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34" r:id="rId1"/>
  </p:sldMasterIdLst>
  <p:notesMasterIdLst>
    <p:notesMasterId r:id="rId37"/>
  </p:notesMasterIdLst>
  <p:sldIdLst>
    <p:sldId id="279" r:id="rId2"/>
    <p:sldId id="374" r:id="rId3"/>
    <p:sldId id="583" r:id="rId4"/>
    <p:sldId id="571" r:id="rId5"/>
    <p:sldId id="572" r:id="rId6"/>
    <p:sldId id="573" r:id="rId7"/>
    <p:sldId id="574" r:id="rId8"/>
    <p:sldId id="575" r:id="rId9"/>
    <p:sldId id="597" r:id="rId10"/>
    <p:sldId id="576" r:id="rId11"/>
    <p:sldId id="577" r:id="rId12"/>
    <p:sldId id="598" r:id="rId13"/>
    <p:sldId id="578" r:id="rId14"/>
    <p:sldId id="579" r:id="rId15"/>
    <p:sldId id="561" r:id="rId16"/>
    <p:sldId id="562" r:id="rId17"/>
    <p:sldId id="581" r:id="rId18"/>
    <p:sldId id="594" r:id="rId19"/>
    <p:sldId id="570" r:id="rId20"/>
    <p:sldId id="584" r:id="rId21"/>
    <p:sldId id="585" r:id="rId22"/>
    <p:sldId id="586" r:id="rId23"/>
    <p:sldId id="587" r:id="rId24"/>
    <p:sldId id="582" r:id="rId25"/>
    <p:sldId id="566" r:id="rId26"/>
    <p:sldId id="592" r:id="rId27"/>
    <p:sldId id="593" r:id="rId28"/>
    <p:sldId id="509" r:id="rId29"/>
    <p:sldId id="599" r:id="rId30"/>
    <p:sldId id="600" r:id="rId31"/>
    <p:sldId id="603" r:id="rId32"/>
    <p:sldId id="601" r:id="rId33"/>
    <p:sldId id="602" r:id="rId34"/>
    <p:sldId id="595" r:id="rId35"/>
    <p:sldId id="596" r:id="rId36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F68D2"/>
    <a:srgbClr val="8A3AC9"/>
    <a:srgbClr val="9777C9"/>
    <a:srgbClr val="C84CE2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328" autoAdjust="0"/>
    <p:restoredTop sz="94580"/>
  </p:normalViewPr>
  <p:slideViewPr>
    <p:cSldViewPr snapToGrid="0">
      <p:cViewPr>
        <p:scale>
          <a:sx n="93" d="100"/>
          <a:sy n="93" d="100"/>
        </p:scale>
        <p:origin x="1168" y="81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15832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diagrams/_rels/data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diagrams/_rels/drawing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9B07659-66B7-B943-8E7A-ECFBC0A28380}" type="doc">
      <dgm:prSet loTypeId="urn:microsoft.com/office/officeart/2005/8/layout/hierarchy5" loCatId="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ru-RU"/>
        </a:p>
      </dgm:t>
    </dgm:pt>
    <dgm:pt modelId="{F14C7A1C-5837-2A4C-B541-F86D7C76ED32}">
      <dgm:prSet phldrT="[Текст]" custT="1"/>
      <dgm:spPr/>
      <dgm:t>
        <a:bodyPr/>
        <a:lstStyle/>
        <a:p>
          <a:pPr rtl="0"/>
          <a:r>
            <a:rPr lang="ru-RU" sz="2800" b="0" dirty="0"/>
            <a:t>ПРОЕКТ / НИР</a:t>
          </a:r>
        </a:p>
      </dgm:t>
    </dgm:pt>
    <dgm:pt modelId="{DD5276E4-997A-C84F-92AE-B2571C6D4D19}" type="parTrans" cxnId="{8E894516-0ED6-584A-9172-2F94572310EE}">
      <dgm:prSet/>
      <dgm:spPr/>
      <dgm:t>
        <a:bodyPr/>
        <a:lstStyle/>
        <a:p>
          <a:endParaRPr lang="ru-RU"/>
        </a:p>
      </dgm:t>
    </dgm:pt>
    <dgm:pt modelId="{1D194119-8E16-A042-811B-DF6184E90868}" type="sibTrans" cxnId="{8E894516-0ED6-584A-9172-2F94572310EE}">
      <dgm:prSet/>
      <dgm:spPr/>
      <dgm:t>
        <a:bodyPr/>
        <a:lstStyle/>
        <a:p>
          <a:endParaRPr lang="ru-RU"/>
        </a:p>
      </dgm:t>
    </dgm:pt>
    <dgm:pt modelId="{D23BE13E-8AA3-A94E-B27B-011641E20027}">
      <dgm:prSet phldrT="[Текст]" custT="1"/>
      <dgm:spPr/>
      <dgm:t>
        <a:bodyPr/>
        <a:lstStyle/>
        <a:p>
          <a:pPr rtl="0"/>
          <a:r>
            <a:rPr lang="ru-RU" sz="2500" dirty="0"/>
            <a:t>Проект</a:t>
          </a:r>
        </a:p>
      </dgm:t>
    </dgm:pt>
    <dgm:pt modelId="{D942EE92-D8EA-E446-B450-1502C64A5851}" type="parTrans" cxnId="{2C43B60C-4F6A-BE45-BA22-221BAB39433C}">
      <dgm:prSet/>
      <dgm:spPr/>
      <dgm:t>
        <a:bodyPr/>
        <a:lstStyle/>
        <a:p>
          <a:endParaRPr lang="ru-RU"/>
        </a:p>
      </dgm:t>
    </dgm:pt>
    <dgm:pt modelId="{A603AF01-50A4-5645-99E3-455FFC3E0D54}" type="sibTrans" cxnId="{2C43B60C-4F6A-BE45-BA22-221BAB39433C}">
      <dgm:prSet/>
      <dgm:spPr/>
      <dgm:t>
        <a:bodyPr/>
        <a:lstStyle/>
        <a:p>
          <a:endParaRPr lang="ru-RU"/>
        </a:p>
      </dgm:t>
    </dgm:pt>
    <dgm:pt modelId="{7FD8F20D-1A9F-DD46-B42B-38E034460479}">
      <dgm:prSet phldrT="[Текст]" custT="1"/>
      <dgm:spPr/>
      <dgm:t>
        <a:bodyPr/>
        <a:lstStyle/>
        <a:p>
          <a:pPr rtl="0"/>
          <a:r>
            <a:rPr lang="ru-RU" sz="1600" dirty="0"/>
            <a:t>Коллективный</a:t>
          </a:r>
        </a:p>
      </dgm:t>
    </dgm:pt>
    <dgm:pt modelId="{378355AD-069D-7940-96C3-6996C54B9890}" type="parTrans" cxnId="{E1BB6756-BE00-1541-8FA5-E5CB2C7CF417}">
      <dgm:prSet/>
      <dgm:spPr/>
      <dgm:t>
        <a:bodyPr/>
        <a:lstStyle/>
        <a:p>
          <a:pPr rtl="0"/>
          <a:endParaRPr lang="ru-RU"/>
        </a:p>
      </dgm:t>
    </dgm:pt>
    <dgm:pt modelId="{9EBC01CE-EBCC-4143-B2B7-F7456201F52C}" type="sibTrans" cxnId="{E1BB6756-BE00-1541-8FA5-E5CB2C7CF417}">
      <dgm:prSet/>
      <dgm:spPr/>
      <dgm:t>
        <a:bodyPr/>
        <a:lstStyle/>
        <a:p>
          <a:endParaRPr lang="ru-RU"/>
        </a:p>
      </dgm:t>
    </dgm:pt>
    <dgm:pt modelId="{813D97AA-40D3-A048-9090-A40FDE8E9C2A}">
      <dgm:prSet phldrT="[Текст]" custT="1"/>
      <dgm:spPr/>
      <dgm:t>
        <a:bodyPr/>
        <a:lstStyle/>
        <a:p>
          <a:pPr rtl="0"/>
          <a:r>
            <a:rPr lang="ru-RU" sz="1600" dirty="0"/>
            <a:t>В мини-группах</a:t>
          </a:r>
        </a:p>
      </dgm:t>
    </dgm:pt>
    <dgm:pt modelId="{EFFABA27-3338-264F-AD14-E5813BE050F1}" type="parTrans" cxnId="{FFACF69C-3377-8349-90FC-CE25BB3B7252}">
      <dgm:prSet/>
      <dgm:spPr/>
      <dgm:t>
        <a:bodyPr/>
        <a:lstStyle/>
        <a:p>
          <a:endParaRPr lang="ru-RU"/>
        </a:p>
      </dgm:t>
    </dgm:pt>
    <dgm:pt modelId="{722F0315-95DB-C941-B13A-05AC40E9B9AE}" type="sibTrans" cxnId="{FFACF69C-3377-8349-90FC-CE25BB3B7252}">
      <dgm:prSet/>
      <dgm:spPr/>
      <dgm:t>
        <a:bodyPr/>
        <a:lstStyle/>
        <a:p>
          <a:endParaRPr lang="ru-RU"/>
        </a:p>
      </dgm:t>
    </dgm:pt>
    <dgm:pt modelId="{B16BE3A3-CA78-3245-9709-EDF812FEA6ED}">
      <dgm:prSet phldrT="[Текст]" custT="1"/>
      <dgm:spPr/>
      <dgm:t>
        <a:bodyPr/>
        <a:lstStyle/>
        <a:p>
          <a:pPr rtl="0"/>
          <a:r>
            <a:rPr lang="ru-RU" sz="2500" dirty="0"/>
            <a:t>НИР</a:t>
          </a:r>
        </a:p>
      </dgm:t>
    </dgm:pt>
    <dgm:pt modelId="{528E5B9D-FC79-4940-94DC-FA91C1E5EAFE}" type="parTrans" cxnId="{9B77C2EC-21ED-D745-ACFA-4671EE25650D}">
      <dgm:prSet/>
      <dgm:spPr/>
      <dgm:t>
        <a:bodyPr/>
        <a:lstStyle/>
        <a:p>
          <a:endParaRPr lang="ru-RU"/>
        </a:p>
      </dgm:t>
    </dgm:pt>
    <dgm:pt modelId="{50582D58-8D22-E742-AA4A-6EC3E9296E9B}" type="sibTrans" cxnId="{9B77C2EC-21ED-D745-ACFA-4671EE25650D}">
      <dgm:prSet/>
      <dgm:spPr/>
      <dgm:t>
        <a:bodyPr/>
        <a:lstStyle/>
        <a:p>
          <a:endParaRPr lang="ru-RU"/>
        </a:p>
      </dgm:t>
    </dgm:pt>
    <dgm:pt modelId="{39D9C8BE-F366-3E44-80BC-07C78AFF4979}">
      <dgm:prSet phldrT="[Текст]" custT="1"/>
      <dgm:spPr/>
      <dgm:t>
        <a:bodyPr/>
        <a:lstStyle/>
        <a:p>
          <a:pPr rtl="0"/>
          <a:r>
            <a:rPr lang="ru-RU" sz="1600" dirty="0"/>
            <a:t>Индивидуальная </a:t>
          </a:r>
        </a:p>
        <a:p>
          <a:pPr rtl="0"/>
          <a:r>
            <a:rPr lang="ru-RU" sz="1600" dirty="0"/>
            <a:t>работа</a:t>
          </a:r>
        </a:p>
      </dgm:t>
    </dgm:pt>
    <dgm:pt modelId="{830EEA14-CE16-2B47-A0B2-8460DC270DD2}" type="parTrans" cxnId="{9D638154-878A-B449-811F-A382CD9A89D1}">
      <dgm:prSet/>
      <dgm:spPr/>
      <dgm:t>
        <a:bodyPr/>
        <a:lstStyle/>
        <a:p>
          <a:endParaRPr lang="ru-RU"/>
        </a:p>
      </dgm:t>
    </dgm:pt>
    <dgm:pt modelId="{27D0C004-7102-4241-BE3B-F93B1E3B71C4}" type="sibTrans" cxnId="{9D638154-878A-B449-811F-A382CD9A89D1}">
      <dgm:prSet/>
      <dgm:spPr/>
      <dgm:t>
        <a:bodyPr/>
        <a:lstStyle/>
        <a:p>
          <a:endParaRPr lang="ru-RU"/>
        </a:p>
      </dgm:t>
    </dgm:pt>
    <dgm:pt modelId="{A1945458-4171-5D49-8B31-592B5C0F2C36}">
      <dgm:prSet custT="1"/>
      <dgm:spPr/>
      <dgm:t>
        <a:bodyPr/>
        <a:lstStyle/>
        <a:p>
          <a:pPr rtl="0"/>
          <a:r>
            <a:rPr lang="ru-RU" sz="1600" dirty="0"/>
            <a:t>Индивидуальный</a:t>
          </a:r>
        </a:p>
      </dgm:t>
    </dgm:pt>
    <dgm:pt modelId="{AA3CAB9F-896C-814D-81EB-DA267A8F9DA2}" type="parTrans" cxnId="{379D8B9B-2C83-114B-BC0D-F5C1F8785C0D}">
      <dgm:prSet/>
      <dgm:spPr/>
      <dgm:t>
        <a:bodyPr/>
        <a:lstStyle/>
        <a:p>
          <a:endParaRPr lang="ru-RU"/>
        </a:p>
      </dgm:t>
    </dgm:pt>
    <dgm:pt modelId="{4BDA470C-CA06-624D-B9CB-BB7ACDC2DD60}" type="sibTrans" cxnId="{379D8B9B-2C83-114B-BC0D-F5C1F8785C0D}">
      <dgm:prSet/>
      <dgm:spPr/>
      <dgm:t>
        <a:bodyPr/>
        <a:lstStyle/>
        <a:p>
          <a:endParaRPr lang="ru-RU"/>
        </a:p>
      </dgm:t>
    </dgm:pt>
    <dgm:pt modelId="{C0A79DED-EE75-EC4F-A9EF-A9D07CE7C24A}">
      <dgm:prSet custT="1"/>
      <dgm:spPr/>
      <dgm:t>
        <a:bodyPr/>
        <a:lstStyle/>
        <a:p>
          <a:pPr rtl="0"/>
          <a:r>
            <a:rPr lang="ru-RU" sz="1600" dirty="0"/>
            <a:t>* Видео-экскурсия</a:t>
          </a:r>
        </a:p>
      </dgm:t>
    </dgm:pt>
    <dgm:pt modelId="{C750DAAA-0E30-5A47-A00F-3A1CDFE15613}" type="parTrans" cxnId="{B30EE289-CE18-B749-AF2C-7C32364D9ABA}">
      <dgm:prSet/>
      <dgm:spPr/>
      <dgm:t>
        <a:bodyPr/>
        <a:lstStyle/>
        <a:p>
          <a:endParaRPr lang="ru-RU"/>
        </a:p>
      </dgm:t>
    </dgm:pt>
    <dgm:pt modelId="{1FB6AD6A-E785-4949-9A29-C2F208BD48EC}" type="sibTrans" cxnId="{B30EE289-CE18-B749-AF2C-7C32364D9ABA}">
      <dgm:prSet/>
      <dgm:spPr/>
      <dgm:t>
        <a:bodyPr/>
        <a:lstStyle/>
        <a:p>
          <a:endParaRPr lang="ru-RU"/>
        </a:p>
      </dgm:t>
    </dgm:pt>
    <dgm:pt modelId="{21FC364D-B30D-E743-A3AD-CE6E3D211F36}" type="pres">
      <dgm:prSet presAssocID="{B9B07659-66B7-B943-8E7A-ECFBC0A28380}" presName="mainComposite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1D15B6B9-D005-D64F-9FD0-D3EEFA2FFB1B}" type="pres">
      <dgm:prSet presAssocID="{B9B07659-66B7-B943-8E7A-ECFBC0A28380}" presName="hierFlow" presStyleCnt="0"/>
      <dgm:spPr/>
    </dgm:pt>
    <dgm:pt modelId="{8947E88C-1BF3-2A43-8E3C-33E2EDCF6A7E}" type="pres">
      <dgm:prSet presAssocID="{B9B07659-66B7-B943-8E7A-ECFBC0A28380}" presName="hierChild1" presStyleCnt="0">
        <dgm:presLayoutVars>
          <dgm:chPref val="1"/>
          <dgm:animOne val="branch"/>
          <dgm:animLvl val="lvl"/>
        </dgm:presLayoutVars>
      </dgm:prSet>
      <dgm:spPr/>
    </dgm:pt>
    <dgm:pt modelId="{F5AEAA17-8ECC-C949-B4EB-4E1559B44DFF}" type="pres">
      <dgm:prSet presAssocID="{F14C7A1C-5837-2A4C-B541-F86D7C76ED32}" presName="Name17" presStyleCnt="0"/>
      <dgm:spPr/>
    </dgm:pt>
    <dgm:pt modelId="{3028590A-A938-1141-8FC0-B80405CD135F}" type="pres">
      <dgm:prSet presAssocID="{F14C7A1C-5837-2A4C-B541-F86D7C76ED32}" presName="level1Shape" presStyleLbl="node0" presStyleIdx="0" presStyleCnt="1" custScaleY="191627">
        <dgm:presLayoutVars>
          <dgm:chPref val="3"/>
        </dgm:presLayoutVars>
      </dgm:prSet>
      <dgm:spPr/>
    </dgm:pt>
    <dgm:pt modelId="{CA6C75FC-3926-4F42-8EDC-20B56B048EBC}" type="pres">
      <dgm:prSet presAssocID="{F14C7A1C-5837-2A4C-B541-F86D7C76ED32}" presName="hierChild2" presStyleCnt="0"/>
      <dgm:spPr/>
    </dgm:pt>
    <dgm:pt modelId="{BAE2809C-8F65-FF48-8C50-05B0E2B921CD}" type="pres">
      <dgm:prSet presAssocID="{D942EE92-D8EA-E446-B450-1502C64A5851}" presName="Name25" presStyleLbl="parChTrans1D2" presStyleIdx="0" presStyleCnt="2"/>
      <dgm:spPr/>
    </dgm:pt>
    <dgm:pt modelId="{11BE8757-F980-7747-A8E1-480E79EBD2E6}" type="pres">
      <dgm:prSet presAssocID="{D942EE92-D8EA-E446-B450-1502C64A5851}" presName="connTx" presStyleLbl="parChTrans1D2" presStyleIdx="0" presStyleCnt="2"/>
      <dgm:spPr/>
    </dgm:pt>
    <dgm:pt modelId="{EF693BF5-945C-D644-A6D0-A3C3FD5B973B}" type="pres">
      <dgm:prSet presAssocID="{D23BE13E-8AA3-A94E-B27B-011641E20027}" presName="Name30" presStyleCnt="0"/>
      <dgm:spPr/>
    </dgm:pt>
    <dgm:pt modelId="{896CB2BF-ED28-8144-8462-4322E6AA7E6B}" type="pres">
      <dgm:prSet presAssocID="{D23BE13E-8AA3-A94E-B27B-011641E20027}" presName="level2Shape" presStyleLbl="node2" presStyleIdx="0" presStyleCnt="2"/>
      <dgm:spPr/>
    </dgm:pt>
    <dgm:pt modelId="{4D8ADD63-2FD6-E949-824C-CF6855BF2452}" type="pres">
      <dgm:prSet presAssocID="{D23BE13E-8AA3-A94E-B27B-011641E20027}" presName="hierChild3" presStyleCnt="0"/>
      <dgm:spPr/>
    </dgm:pt>
    <dgm:pt modelId="{5EEF2020-A3B7-7D4D-9D6D-8CD17001F769}" type="pres">
      <dgm:prSet presAssocID="{378355AD-069D-7940-96C3-6996C54B9890}" presName="Name25" presStyleLbl="parChTrans1D3" presStyleIdx="0" presStyleCnt="5"/>
      <dgm:spPr/>
    </dgm:pt>
    <dgm:pt modelId="{2EE10801-DE70-6940-B8F6-4A4A630DA03C}" type="pres">
      <dgm:prSet presAssocID="{378355AD-069D-7940-96C3-6996C54B9890}" presName="connTx" presStyleLbl="parChTrans1D3" presStyleIdx="0" presStyleCnt="5"/>
      <dgm:spPr/>
    </dgm:pt>
    <dgm:pt modelId="{9209C17C-6F28-F943-B99D-947BF6DFF4FA}" type="pres">
      <dgm:prSet presAssocID="{7FD8F20D-1A9F-DD46-B42B-38E034460479}" presName="Name30" presStyleCnt="0"/>
      <dgm:spPr/>
    </dgm:pt>
    <dgm:pt modelId="{B2A65F54-EBE1-D043-A82F-5A0042D0D972}" type="pres">
      <dgm:prSet presAssocID="{7FD8F20D-1A9F-DD46-B42B-38E034460479}" presName="level2Shape" presStyleLbl="node3" presStyleIdx="0" presStyleCnt="5"/>
      <dgm:spPr/>
    </dgm:pt>
    <dgm:pt modelId="{FB2D00A2-BADF-CC46-99AD-6F5D541C0580}" type="pres">
      <dgm:prSet presAssocID="{7FD8F20D-1A9F-DD46-B42B-38E034460479}" presName="hierChild3" presStyleCnt="0"/>
      <dgm:spPr/>
    </dgm:pt>
    <dgm:pt modelId="{035B6B19-4FC0-E94C-AC7D-93A08D552D3B}" type="pres">
      <dgm:prSet presAssocID="{EFFABA27-3338-264F-AD14-E5813BE050F1}" presName="Name25" presStyleLbl="parChTrans1D3" presStyleIdx="1" presStyleCnt="5"/>
      <dgm:spPr/>
    </dgm:pt>
    <dgm:pt modelId="{24E2CFDE-0455-694E-B1FD-7ED1D65475B8}" type="pres">
      <dgm:prSet presAssocID="{EFFABA27-3338-264F-AD14-E5813BE050F1}" presName="connTx" presStyleLbl="parChTrans1D3" presStyleIdx="1" presStyleCnt="5"/>
      <dgm:spPr/>
    </dgm:pt>
    <dgm:pt modelId="{2C145A5F-6170-A84E-8197-E94EDA446AF6}" type="pres">
      <dgm:prSet presAssocID="{813D97AA-40D3-A048-9090-A40FDE8E9C2A}" presName="Name30" presStyleCnt="0"/>
      <dgm:spPr/>
    </dgm:pt>
    <dgm:pt modelId="{24CB8E01-DBAE-A843-B169-F7EC9EA190E8}" type="pres">
      <dgm:prSet presAssocID="{813D97AA-40D3-A048-9090-A40FDE8E9C2A}" presName="level2Shape" presStyleLbl="node3" presStyleIdx="1" presStyleCnt="5"/>
      <dgm:spPr/>
    </dgm:pt>
    <dgm:pt modelId="{B75645A8-1BAE-0540-8E68-6CFB55C69153}" type="pres">
      <dgm:prSet presAssocID="{813D97AA-40D3-A048-9090-A40FDE8E9C2A}" presName="hierChild3" presStyleCnt="0"/>
      <dgm:spPr/>
    </dgm:pt>
    <dgm:pt modelId="{06CF5052-CB6C-9F46-AEEC-3E12C5F1461D}" type="pres">
      <dgm:prSet presAssocID="{AA3CAB9F-896C-814D-81EB-DA267A8F9DA2}" presName="Name25" presStyleLbl="parChTrans1D3" presStyleIdx="2" presStyleCnt="5"/>
      <dgm:spPr/>
    </dgm:pt>
    <dgm:pt modelId="{A431EE58-22E4-9F4F-BEA3-4755D87F32D4}" type="pres">
      <dgm:prSet presAssocID="{AA3CAB9F-896C-814D-81EB-DA267A8F9DA2}" presName="connTx" presStyleLbl="parChTrans1D3" presStyleIdx="2" presStyleCnt="5"/>
      <dgm:spPr/>
    </dgm:pt>
    <dgm:pt modelId="{4BEA0C2B-3F8C-B44E-AFFF-86BCB5A6E6A0}" type="pres">
      <dgm:prSet presAssocID="{A1945458-4171-5D49-8B31-592B5C0F2C36}" presName="Name30" presStyleCnt="0"/>
      <dgm:spPr/>
    </dgm:pt>
    <dgm:pt modelId="{5D1E460E-5BA1-4148-A568-997A418AC7A9}" type="pres">
      <dgm:prSet presAssocID="{A1945458-4171-5D49-8B31-592B5C0F2C36}" presName="level2Shape" presStyleLbl="node3" presStyleIdx="2" presStyleCnt="5"/>
      <dgm:spPr/>
    </dgm:pt>
    <dgm:pt modelId="{BB60D204-005F-9B4D-BEFE-7E6A9EA8519A}" type="pres">
      <dgm:prSet presAssocID="{A1945458-4171-5D49-8B31-592B5C0F2C36}" presName="hierChild3" presStyleCnt="0"/>
      <dgm:spPr/>
    </dgm:pt>
    <dgm:pt modelId="{FF23C86D-E4B3-2340-9481-6F485988F4CB}" type="pres">
      <dgm:prSet presAssocID="{C750DAAA-0E30-5A47-A00F-3A1CDFE15613}" presName="Name25" presStyleLbl="parChTrans1D3" presStyleIdx="3" presStyleCnt="5"/>
      <dgm:spPr/>
    </dgm:pt>
    <dgm:pt modelId="{48D0CA52-BC53-B542-82B0-6F8191A8BD75}" type="pres">
      <dgm:prSet presAssocID="{C750DAAA-0E30-5A47-A00F-3A1CDFE15613}" presName="connTx" presStyleLbl="parChTrans1D3" presStyleIdx="3" presStyleCnt="5"/>
      <dgm:spPr/>
    </dgm:pt>
    <dgm:pt modelId="{69BD5AEC-F01F-D044-9776-70E1A8130BA3}" type="pres">
      <dgm:prSet presAssocID="{C0A79DED-EE75-EC4F-A9EF-A9D07CE7C24A}" presName="Name30" presStyleCnt="0"/>
      <dgm:spPr/>
    </dgm:pt>
    <dgm:pt modelId="{C1205EEF-8E8D-FE48-A416-A036318EFF04}" type="pres">
      <dgm:prSet presAssocID="{C0A79DED-EE75-EC4F-A9EF-A9D07CE7C24A}" presName="level2Shape" presStyleLbl="node3" presStyleIdx="3" presStyleCnt="5"/>
      <dgm:spPr/>
    </dgm:pt>
    <dgm:pt modelId="{D52B0E26-D38A-8447-B14C-F464C9048B96}" type="pres">
      <dgm:prSet presAssocID="{C0A79DED-EE75-EC4F-A9EF-A9D07CE7C24A}" presName="hierChild3" presStyleCnt="0"/>
      <dgm:spPr/>
    </dgm:pt>
    <dgm:pt modelId="{975FFD5B-2D1E-B449-8798-B865529C2229}" type="pres">
      <dgm:prSet presAssocID="{528E5B9D-FC79-4940-94DC-FA91C1E5EAFE}" presName="Name25" presStyleLbl="parChTrans1D2" presStyleIdx="1" presStyleCnt="2"/>
      <dgm:spPr/>
    </dgm:pt>
    <dgm:pt modelId="{31C7A4BD-3318-084F-8B5D-F6DC376CAA70}" type="pres">
      <dgm:prSet presAssocID="{528E5B9D-FC79-4940-94DC-FA91C1E5EAFE}" presName="connTx" presStyleLbl="parChTrans1D2" presStyleIdx="1" presStyleCnt="2"/>
      <dgm:spPr/>
    </dgm:pt>
    <dgm:pt modelId="{6197D4A7-A7D5-534D-8FAE-D06649D69469}" type="pres">
      <dgm:prSet presAssocID="{B16BE3A3-CA78-3245-9709-EDF812FEA6ED}" presName="Name30" presStyleCnt="0"/>
      <dgm:spPr/>
    </dgm:pt>
    <dgm:pt modelId="{85DC20B7-EDF8-C84B-8F99-15A3AAE3D297}" type="pres">
      <dgm:prSet presAssocID="{B16BE3A3-CA78-3245-9709-EDF812FEA6ED}" presName="level2Shape" presStyleLbl="node2" presStyleIdx="1" presStyleCnt="2"/>
      <dgm:spPr/>
    </dgm:pt>
    <dgm:pt modelId="{1F072B0F-09BD-2742-89B2-096A6B81D787}" type="pres">
      <dgm:prSet presAssocID="{B16BE3A3-CA78-3245-9709-EDF812FEA6ED}" presName="hierChild3" presStyleCnt="0"/>
      <dgm:spPr/>
    </dgm:pt>
    <dgm:pt modelId="{B5741070-3B18-B540-BD9A-612DEA829163}" type="pres">
      <dgm:prSet presAssocID="{830EEA14-CE16-2B47-A0B2-8460DC270DD2}" presName="Name25" presStyleLbl="parChTrans1D3" presStyleIdx="4" presStyleCnt="5"/>
      <dgm:spPr/>
    </dgm:pt>
    <dgm:pt modelId="{A6256E36-D0EF-3148-BBDA-1B96BAF59A82}" type="pres">
      <dgm:prSet presAssocID="{830EEA14-CE16-2B47-A0B2-8460DC270DD2}" presName="connTx" presStyleLbl="parChTrans1D3" presStyleIdx="4" presStyleCnt="5"/>
      <dgm:spPr/>
    </dgm:pt>
    <dgm:pt modelId="{91902E19-18C7-6E48-B7AA-FEFD5A176CEF}" type="pres">
      <dgm:prSet presAssocID="{39D9C8BE-F366-3E44-80BC-07C78AFF4979}" presName="Name30" presStyleCnt="0"/>
      <dgm:spPr/>
    </dgm:pt>
    <dgm:pt modelId="{93DBDB62-BEE7-9446-9FE4-B395A921779E}" type="pres">
      <dgm:prSet presAssocID="{39D9C8BE-F366-3E44-80BC-07C78AFF4979}" presName="level2Shape" presStyleLbl="node3" presStyleIdx="4" presStyleCnt="5"/>
      <dgm:spPr/>
    </dgm:pt>
    <dgm:pt modelId="{7B78D7B1-7FA3-944A-9BC7-936BDA5AE33C}" type="pres">
      <dgm:prSet presAssocID="{39D9C8BE-F366-3E44-80BC-07C78AFF4979}" presName="hierChild3" presStyleCnt="0"/>
      <dgm:spPr/>
    </dgm:pt>
    <dgm:pt modelId="{5F760EB7-D628-2E45-93F5-813FEF6053B2}" type="pres">
      <dgm:prSet presAssocID="{B9B07659-66B7-B943-8E7A-ECFBC0A28380}" presName="bgShapesFlow" presStyleCnt="0"/>
      <dgm:spPr/>
    </dgm:pt>
  </dgm:ptLst>
  <dgm:cxnLst>
    <dgm:cxn modelId="{38800B00-479C-1643-80A2-DC58720EC612}" type="presOf" srcId="{A1945458-4171-5D49-8B31-592B5C0F2C36}" destId="{5D1E460E-5BA1-4148-A568-997A418AC7A9}" srcOrd="0" destOrd="0" presId="urn:microsoft.com/office/officeart/2005/8/layout/hierarchy5"/>
    <dgm:cxn modelId="{9D106E0C-3444-3D40-910B-ECAC2542392F}" type="presOf" srcId="{39D9C8BE-F366-3E44-80BC-07C78AFF4979}" destId="{93DBDB62-BEE7-9446-9FE4-B395A921779E}" srcOrd="0" destOrd="0" presId="urn:microsoft.com/office/officeart/2005/8/layout/hierarchy5"/>
    <dgm:cxn modelId="{2C43B60C-4F6A-BE45-BA22-221BAB39433C}" srcId="{F14C7A1C-5837-2A4C-B541-F86D7C76ED32}" destId="{D23BE13E-8AA3-A94E-B27B-011641E20027}" srcOrd="0" destOrd="0" parTransId="{D942EE92-D8EA-E446-B450-1502C64A5851}" sibTransId="{A603AF01-50A4-5645-99E3-455FFC3E0D54}"/>
    <dgm:cxn modelId="{8E894516-0ED6-584A-9172-2F94572310EE}" srcId="{B9B07659-66B7-B943-8E7A-ECFBC0A28380}" destId="{F14C7A1C-5837-2A4C-B541-F86D7C76ED32}" srcOrd="0" destOrd="0" parTransId="{DD5276E4-997A-C84F-92AE-B2571C6D4D19}" sibTransId="{1D194119-8E16-A042-811B-DF6184E90868}"/>
    <dgm:cxn modelId="{242CD130-3BD9-7C49-BADB-31D75CAFFD73}" type="presOf" srcId="{528E5B9D-FC79-4940-94DC-FA91C1E5EAFE}" destId="{31C7A4BD-3318-084F-8B5D-F6DC376CAA70}" srcOrd="1" destOrd="0" presId="urn:microsoft.com/office/officeart/2005/8/layout/hierarchy5"/>
    <dgm:cxn modelId="{9D638154-878A-B449-811F-A382CD9A89D1}" srcId="{B16BE3A3-CA78-3245-9709-EDF812FEA6ED}" destId="{39D9C8BE-F366-3E44-80BC-07C78AFF4979}" srcOrd="0" destOrd="0" parTransId="{830EEA14-CE16-2B47-A0B2-8460DC270DD2}" sibTransId="{27D0C004-7102-4241-BE3B-F93B1E3B71C4}"/>
    <dgm:cxn modelId="{E1BB6756-BE00-1541-8FA5-E5CB2C7CF417}" srcId="{D23BE13E-8AA3-A94E-B27B-011641E20027}" destId="{7FD8F20D-1A9F-DD46-B42B-38E034460479}" srcOrd="0" destOrd="0" parTransId="{378355AD-069D-7940-96C3-6996C54B9890}" sibTransId="{9EBC01CE-EBCC-4143-B2B7-F7456201F52C}"/>
    <dgm:cxn modelId="{8BE3765A-E3E5-014E-B6DF-734C74ED4FDB}" type="presOf" srcId="{D23BE13E-8AA3-A94E-B27B-011641E20027}" destId="{896CB2BF-ED28-8144-8462-4322E6AA7E6B}" srcOrd="0" destOrd="0" presId="urn:microsoft.com/office/officeart/2005/8/layout/hierarchy5"/>
    <dgm:cxn modelId="{F383DD5D-02C1-234E-A92A-60CA184AD6B8}" type="presOf" srcId="{D942EE92-D8EA-E446-B450-1502C64A5851}" destId="{BAE2809C-8F65-FF48-8C50-05B0E2B921CD}" srcOrd="0" destOrd="0" presId="urn:microsoft.com/office/officeart/2005/8/layout/hierarchy5"/>
    <dgm:cxn modelId="{B7E57E61-DF1B-804C-8388-BC7A63EB57BC}" type="presOf" srcId="{EFFABA27-3338-264F-AD14-E5813BE050F1}" destId="{24E2CFDE-0455-694E-B1FD-7ED1D65475B8}" srcOrd="1" destOrd="0" presId="urn:microsoft.com/office/officeart/2005/8/layout/hierarchy5"/>
    <dgm:cxn modelId="{FE6CC466-BC3E-C847-81DA-62E4176164EC}" type="presOf" srcId="{813D97AA-40D3-A048-9090-A40FDE8E9C2A}" destId="{24CB8E01-DBAE-A843-B169-F7EC9EA190E8}" srcOrd="0" destOrd="0" presId="urn:microsoft.com/office/officeart/2005/8/layout/hierarchy5"/>
    <dgm:cxn modelId="{31A58C6A-174B-8A4B-9A63-B00459CA3C42}" type="presOf" srcId="{D942EE92-D8EA-E446-B450-1502C64A5851}" destId="{11BE8757-F980-7747-A8E1-480E79EBD2E6}" srcOrd="1" destOrd="0" presId="urn:microsoft.com/office/officeart/2005/8/layout/hierarchy5"/>
    <dgm:cxn modelId="{838FC670-C7E1-8F41-9E47-B74CFE6FFDC8}" type="presOf" srcId="{C750DAAA-0E30-5A47-A00F-3A1CDFE15613}" destId="{48D0CA52-BC53-B542-82B0-6F8191A8BD75}" srcOrd="1" destOrd="0" presId="urn:microsoft.com/office/officeart/2005/8/layout/hierarchy5"/>
    <dgm:cxn modelId="{B30EE289-CE18-B749-AF2C-7C32364D9ABA}" srcId="{D23BE13E-8AA3-A94E-B27B-011641E20027}" destId="{C0A79DED-EE75-EC4F-A9EF-A9D07CE7C24A}" srcOrd="3" destOrd="0" parTransId="{C750DAAA-0E30-5A47-A00F-3A1CDFE15613}" sibTransId="{1FB6AD6A-E785-4949-9A29-C2F208BD48EC}"/>
    <dgm:cxn modelId="{F8EB5C8C-C8D7-0E4C-AC6C-D55406620757}" type="presOf" srcId="{378355AD-069D-7940-96C3-6996C54B9890}" destId="{2EE10801-DE70-6940-B8F6-4A4A630DA03C}" srcOrd="1" destOrd="0" presId="urn:microsoft.com/office/officeart/2005/8/layout/hierarchy5"/>
    <dgm:cxn modelId="{01D5798C-0849-C443-B306-4DB2CF0E2241}" type="presOf" srcId="{AA3CAB9F-896C-814D-81EB-DA267A8F9DA2}" destId="{06CF5052-CB6C-9F46-AEEC-3E12C5F1461D}" srcOrd="0" destOrd="0" presId="urn:microsoft.com/office/officeart/2005/8/layout/hierarchy5"/>
    <dgm:cxn modelId="{BE9C128F-F7C7-FC43-90FC-4B06E9462E87}" type="presOf" srcId="{528E5B9D-FC79-4940-94DC-FA91C1E5EAFE}" destId="{975FFD5B-2D1E-B449-8798-B865529C2229}" srcOrd="0" destOrd="0" presId="urn:microsoft.com/office/officeart/2005/8/layout/hierarchy5"/>
    <dgm:cxn modelId="{D3435595-AF0E-EB4C-807A-711E2348E1B7}" type="presOf" srcId="{AA3CAB9F-896C-814D-81EB-DA267A8F9DA2}" destId="{A431EE58-22E4-9F4F-BEA3-4755D87F32D4}" srcOrd="1" destOrd="0" presId="urn:microsoft.com/office/officeart/2005/8/layout/hierarchy5"/>
    <dgm:cxn modelId="{7C36DE96-7622-3743-86EB-828D21650EBF}" type="presOf" srcId="{C750DAAA-0E30-5A47-A00F-3A1CDFE15613}" destId="{FF23C86D-E4B3-2340-9481-6F485988F4CB}" srcOrd="0" destOrd="0" presId="urn:microsoft.com/office/officeart/2005/8/layout/hierarchy5"/>
    <dgm:cxn modelId="{379D8B9B-2C83-114B-BC0D-F5C1F8785C0D}" srcId="{D23BE13E-8AA3-A94E-B27B-011641E20027}" destId="{A1945458-4171-5D49-8B31-592B5C0F2C36}" srcOrd="2" destOrd="0" parTransId="{AA3CAB9F-896C-814D-81EB-DA267A8F9DA2}" sibTransId="{4BDA470C-CA06-624D-B9CB-BB7ACDC2DD60}"/>
    <dgm:cxn modelId="{FFACF69C-3377-8349-90FC-CE25BB3B7252}" srcId="{D23BE13E-8AA3-A94E-B27B-011641E20027}" destId="{813D97AA-40D3-A048-9090-A40FDE8E9C2A}" srcOrd="1" destOrd="0" parTransId="{EFFABA27-3338-264F-AD14-E5813BE050F1}" sibTransId="{722F0315-95DB-C941-B13A-05AC40E9B9AE}"/>
    <dgm:cxn modelId="{0FBBF29E-6B25-284C-97FE-CDE3CEA6DDBF}" type="presOf" srcId="{C0A79DED-EE75-EC4F-A9EF-A9D07CE7C24A}" destId="{C1205EEF-8E8D-FE48-A416-A036318EFF04}" srcOrd="0" destOrd="0" presId="urn:microsoft.com/office/officeart/2005/8/layout/hierarchy5"/>
    <dgm:cxn modelId="{8FF32CAE-91F3-A648-BDAB-5DC1A7576F49}" type="presOf" srcId="{830EEA14-CE16-2B47-A0B2-8460DC270DD2}" destId="{B5741070-3B18-B540-BD9A-612DEA829163}" srcOrd="0" destOrd="0" presId="urn:microsoft.com/office/officeart/2005/8/layout/hierarchy5"/>
    <dgm:cxn modelId="{6A98F5AE-2708-9941-946B-28C1C7AE19B4}" type="presOf" srcId="{B16BE3A3-CA78-3245-9709-EDF812FEA6ED}" destId="{85DC20B7-EDF8-C84B-8F99-15A3AAE3D297}" srcOrd="0" destOrd="0" presId="urn:microsoft.com/office/officeart/2005/8/layout/hierarchy5"/>
    <dgm:cxn modelId="{BA9DC0B4-3A7D-7944-A65C-C9DE04FE06E9}" type="presOf" srcId="{378355AD-069D-7940-96C3-6996C54B9890}" destId="{5EEF2020-A3B7-7D4D-9D6D-8CD17001F769}" srcOrd="0" destOrd="0" presId="urn:microsoft.com/office/officeart/2005/8/layout/hierarchy5"/>
    <dgm:cxn modelId="{EB21F0B7-EA2F-4345-862E-FABAF6D3619D}" type="presOf" srcId="{F14C7A1C-5837-2A4C-B541-F86D7C76ED32}" destId="{3028590A-A938-1141-8FC0-B80405CD135F}" srcOrd="0" destOrd="0" presId="urn:microsoft.com/office/officeart/2005/8/layout/hierarchy5"/>
    <dgm:cxn modelId="{81EFEBCE-B841-1C41-94B2-CFA788E8EC41}" type="presOf" srcId="{7FD8F20D-1A9F-DD46-B42B-38E034460479}" destId="{B2A65F54-EBE1-D043-A82F-5A0042D0D972}" srcOrd="0" destOrd="0" presId="urn:microsoft.com/office/officeart/2005/8/layout/hierarchy5"/>
    <dgm:cxn modelId="{9B77C2EC-21ED-D745-ACFA-4671EE25650D}" srcId="{F14C7A1C-5837-2A4C-B541-F86D7C76ED32}" destId="{B16BE3A3-CA78-3245-9709-EDF812FEA6ED}" srcOrd="1" destOrd="0" parTransId="{528E5B9D-FC79-4940-94DC-FA91C1E5EAFE}" sibTransId="{50582D58-8D22-E742-AA4A-6EC3E9296E9B}"/>
    <dgm:cxn modelId="{65F1A8F1-27EA-6249-B997-9C92C804F31B}" type="presOf" srcId="{B9B07659-66B7-B943-8E7A-ECFBC0A28380}" destId="{21FC364D-B30D-E743-A3AD-CE6E3D211F36}" srcOrd="0" destOrd="0" presId="urn:microsoft.com/office/officeart/2005/8/layout/hierarchy5"/>
    <dgm:cxn modelId="{D6D7DFF3-C7D1-0845-9704-F31442DC9A07}" type="presOf" srcId="{EFFABA27-3338-264F-AD14-E5813BE050F1}" destId="{035B6B19-4FC0-E94C-AC7D-93A08D552D3B}" srcOrd="0" destOrd="0" presId="urn:microsoft.com/office/officeart/2005/8/layout/hierarchy5"/>
    <dgm:cxn modelId="{69C8DBFC-53FA-944F-A1AF-24CB9F2A0BC4}" type="presOf" srcId="{830EEA14-CE16-2B47-A0B2-8460DC270DD2}" destId="{A6256E36-D0EF-3148-BBDA-1B96BAF59A82}" srcOrd="1" destOrd="0" presId="urn:microsoft.com/office/officeart/2005/8/layout/hierarchy5"/>
    <dgm:cxn modelId="{5BCEC11D-8434-4749-9199-0A952A2D0DC0}" type="presParOf" srcId="{21FC364D-B30D-E743-A3AD-CE6E3D211F36}" destId="{1D15B6B9-D005-D64F-9FD0-D3EEFA2FFB1B}" srcOrd="0" destOrd="0" presId="urn:microsoft.com/office/officeart/2005/8/layout/hierarchy5"/>
    <dgm:cxn modelId="{22E66946-71CE-6B4C-BEF4-CDDAD1D6A127}" type="presParOf" srcId="{1D15B6B9-D005-D64F-9FD0-D3EEFA2FFB1B}" destId="{8947E88C-1BF3-2A43-8E3C-33E2EDCF6A7E}" srcOrd="0" destOrd="0" presId="urn:microsoft.com/office/officeart/2005/8/layout/hierarchy5"/>
    <dgm:cxn modelId="{28917288-A6F1-F949-89F0-599D118160CB}" type="presParOf" srcId="{8947E88C-1BF3-2A43-8E3C-33E2EDCF6A7E}" destId="{F5AEAA17-8ECC-C949-B4EB-4E1559B44DFF}" srcOrd="0" destOrd="0" presId="urn:microsoft.com/office/officeart/2005/8/layout/hierarchy5"/>
    <dgm:cxn modelId="{F4BD08B3-3A50-1449-8978-4BDA60CC1D24}" type="presParOf" srcId="{F5AEAA17-8ECC-C949-B4EB-4E1559B44DFF}" destId="{3028590A-A938-1141-8FC0-B80405CD135F}" srcOrd="0" destOrd="0" presId="urn:microsoft.com/office/officeart/2005/8/layout/hierarchy5"/>
    <dgm:cxn modelId="{7C5F5447-4B81-5D40-B226-1888272B8939}" type="presParOf" srcId="{F5AEAA17-8ECC-C949-B4EB-4E1559B44DFF}" destId="{CA6C75FC-3926-4F42-8EDC-20B56B048EBC}" srcOrd="1" destOrd="0" presId="urn:microsoft.com/office/officeart/2005/8/layout/hierarchy5"/>
    <dgm:cxn modelId="{183C904C-5B0A-3C4B-AF6F-9765E665B87B}" type="presParOf" srcId="{CA6C75FC-3926-4F42-8EDC-20B56B048EBC}" destId="{BAE2809C-8F65-FF48-8C50-05B0E2B921CD}" srcOrd="0" destOrd="0" presId="urn:microsoft.com/office/officeart/2005/8/layout/hierarchy5"/>
    <dgm:cxn modelId="{338EA5D7-D5A6-9344-B226-8A39B12A1059}" type="presParOf" srcId="{BAE2809C-8F65-FF48-8C50-05B0E2B921CD}" destId="{11BE8757-F980-7747-A8E1-480E79EBD2E6}" srcOrd="0" destOrd="0" presId="urn:microsoft.com/office/officeart/2005/8/layout/hierarchy5"/>
    <dgm:cxn modelId="{731B7486-A050-F341-B37C-AD8164A9F226}" type="presParOf" srcId="{CA6C75FC-3926-4F42-8EDC-20B56B048EBC}" destId="{EF693BF5-945C-D644-A6D0-A3C3FD5B973B}" srcOrd="1" destOrd="0" presId="urn:microsoft.com/office/officeart/2005/8/layout/hierarchy5"/>
    <dgm:cxn modelId="{11FF31A0-47D6-C549-8BE8-DF880B2294F2}" type="presParOf" srcId="{EF693BF5-945C-D644-A6D0-A3C3FD5B973B}" destId="{896CB2BF-ED28-8144-8462-4322E6AA7E6B}" srcOrd="0" destOrd="0" presId="urn:microsoft.com/office/officeart/2005/8/layout/hierarchy5"/>
    <dgm:cxn modelId="{B9BBF3C4-283B-964E-91AE-05271D4BE403}" type="presParOf" srcId="{EF693BF5-945C-D644-A6D0-A3C3FD5B973B}" destId="{4D8ADD63-2FD6-E949-824C-CF6855BF2452}" srcOrd="1" destOrd="0" presId="urn:microsoft.com/office/officeart/2005/8/layout/hierarchy5"/>
    <dgm:cxn modelId="{37BE3B5B-AF2F-F44E-904E-A046827CA6B5}" type="presParOf" srcId="{4D8ADD63-2FD6-E949-824C-CF6855BF2452}" destId="{5EEF2020-A3B7-7D4D-9D6D-8CD17001F769}" srcOrd="0" destOrd="0" presId="urn:microsoft.com/office/officeart/2005/8/layout/hierarchy5"/>
    <dgm:cxn modelId="{CDA845C3-21D6-4C48-86A9-BA3B440A6354}" type="presParOf" srcId="{5EEF2020-A3B7-7D4D-9D6D-8CD17001F769}" destId="{2EE10801-DE70-6940-B8F6-4A4A630DA03C}" srcOrd="0" destOrd="0" presId="urn:microsoft.com/office/officeart/2005/8/layout/hierarchy5"/>
    <dgm:cxn modelId="{D84116EA-11E3-6B43-BCBB-CC8BF20D4E01}" type="presParOf" srcId="{4D8ADD63-2FD6-E949-824C-CF6855BF2452}" destId="{9209C17C-6F28-F943-B99D-947BF6DFF4FA}" srcOrd="1" destOrd="0" presId="urn:microsoft.com/office/officeart/2005/8/layout/hierarchy5"/>
    <dgm:cxn modelId="{4FA165E0-C8C4-844F-A57D-5D5F1C8E40C4}" type="presParOf" srcId="{9209C17C-6F28-F943-B99D-947BF6DFF4FA}" destId="{B2A65F54-EBE1-D043-A82F-5A0042D0D972}" srcOrd="0" destOrd="0" presId="urn:microsoft.com/office/officeart/2005/8/layout/hierarchy5"/>
    <dgm:cxn modelId="{3A6AA232-75E1-D94B-A2AA-DA3F77BCBD95}" type="presParOf" srcId="{9209C17C-6F28-F943-B99D-947BF6DFF4FA}" destId="{FB2D00A2-BADF-CC46-99AD-6F5D541C0580}" srcOrd="1" destOrd="0" presId="urn:microsoft.com/office/officeart/2005/8/layout/hierarchy5"/>
    <dgm:cxn modelId="{7D65143C-7A00-5F44-8C5A-9F1774C7B651}" type="presParOf" srcId="{4D8ADD63-2FD6-E949-824C-CF6855BF2452}" destId="{035B6B19-4FC0-E94C-AC7D-93A08D552D3B}" srcOrd="2" destOrd="0" presId="urn:microsoft.com/office/officeart/2005/8/layout/hierarchy5"/>
    <dgm:cxn modelId="{9062E853-8F62-9743-9C00-72BDEC606260}" type="presParOf" srcId="{035B6B19-4FC0-E94C-AC7D-93A08D552D3B}" destId="{24E2CFDE-0455-694E-B1FD-7ED1D65475B8}" srcOrd="0" destOrd="0" presId="urn:microsoft.com/office/officeart/2005/8/layout/hierarchy5"/>
    <dgm:cxn modelId="{0952A892-CEB9-7446-8DD9-AF539D57C61F}" type="presParOf" srcId="{4D8ADD63-2FD6-E949-824C-CF6855BF2452}" destId="{2C145A5F-6170-A84E-8197-E94EDA446AF6}" srcOrd="3" destOrd="0" presId="urn:microsoft.com/office/officeart/2005/8/layout/hierarchy5"/>
    <dgm:cxn modelId="{03C0611A-1219-8547-AC41-1E0081D127DA}" type="presParOf" srcId="{2C145A5F-6170-A84E-8197-E94EDA446AF6}" destId="{24CB8E01-DBAE-A843-B169-F7EC9EA190E8}" srcOrd="0" destOrd="0" presId="urn:microsoft.com/office/officeart/2005/8/layout/hierarchy5"/>
    <dgm:cxn modelId="{2E9C980D-4B63-2341-88E9-A25DC697C7D8}" type="presParOf" srcId="{2C145A5F-6170-A84E-8197-E94EDA446AF6}" destId="{B75645A8-1BAE-0540-8E68-6CFB55C69153}" srcOrd="1" destOrd="0" presId="urn:microsoft.com/office/officeart/2005/8/layout/hierarchy5"/>
    <dgm:cxn modelId="{660DEF22-30C0-E24C-97DC-1DC03A525AD4}" type="presParOf" srcId="{4D8ADD63-2FD6-E949-824C-CF6855BF2452}" destId="{06CF5052-CB6C-9F46-AEEC-3E12C5F1461D}" srcOrd="4" destOrd="0" presId="urn:microsoft.com/office/officeart/2005/8/layout/hierarchy5"/>
    <dgm:cxn modelId="{C17D53BA-3DA9-164B-B000-453F57A4A4FE}" type="presParOf" srcId="{06CF5052-CB6C-9F46-AEEC-3E12C5F1461D}" destId="{A431EE58-22E4-9F4F-BEA3-4755D87F32D4}" srcOrd="0" destOrd="0" presId="urn:microsoft.com/office/officeart/2005/8/layout/hierarchy5"/>
    <dgm:cxn modelId="{A6659364-3B40-C344-AA72-49D5FDC1EBEA}" type="presParOf" srcId="{4D8ADD63-2FD6-E949-824C-CF6855BF2452}" destId="{4BEA0C2B-3F8C-B44E-AFFF-86BCB5A6E6A0}" srcOrd="5" destOrd="0" presId="urn:microsoft.com/office/officeart/2005/8/layout/hierarchy5"/>
    <dgm:cxn modelId="{4867883D-5882-014D-92C3-12B713EB8920}" type="presParOf" srcId="{4BEA0C2B-3F8C-B44E-AFFF-86BCB5A6E6A0}" destId="{5D1E460E-5BA1-4148-A568-997A418AC7A9}" srcOrd="0" destOrd="0" presId="urn:microsoft.com/office/officeart/2005/8/layout/hierarchy5"/>
    <dgm:cxn modelId="{AE1FBA04-1681-DC41-B12B-FAF998A9F0A7}" type="presParOf" srcId="{4BEA0C2B-3F8C-B44E-AFFF-86BCB5A6E6A0}" destId="{BB60D204-005F-9B4D-BEFE-7E6A9EA8519A}" srcOrd="1" destOrd="0" presId="urn:microsoft.com/office/officeart/2005/8/layout/hierarchy5"/>
    <dgm:cxn modelId="{390A4D3E-DF15-C245-8CCE-9CF359228465}" type="presParOf" srcId="{4D8ADD63-2FD6-E949-824C-CF6855BF2452}" destId="{FF23C86D-E4B3-2340-9481-6F485988F4CB}" srcOrd="6" destOrd="0" presId="urn:microsoft.com/office/officeart/2005/8/layout/hierarchy5"/>
    <dgm:cxn modelId="{27AFF661-B3D8-3C48-A8D6-40EF4E57C32A}" type="presParOf" srcId="{FF23C86D-E4B3-2340-9481-6F485988F4CB}" destId="{48D0CA52-BC53-B542-82B0-6F8191A8BD75}" srcOrd="0" destOrd="0" presId="urn:microsoft.com/office/officeart/2005/8/layout/hierarchy5"/>
    <dgm:cxn modelId="{3763BF27-8C1E-1D4D-9912-899D36F1BFC2}" type="presParOf" srcId="{4D8ADD63-2FD6-E949-824C-CF6855BF2452}" destId="{69BD5AEC-F01F-D044-9776-70E1A8130BA3}" srcOrd="7" destOrd="0" presId="urn:microsoft.com/office/officeart/2005/8/layout/hierarchy5"/>
    <dgm:cxn modelId="{D5970F54-8236-444A-B356-98DACD078A60}" type="presParOf" srcId="{69BD5AEC-F01F-D044-9776-70E1A8130BA3}" destId="{C1205EEF-8E8D-FE48-A416-A036318EFF04}" srcOrd="0" destOrd="0" presId="urn:microsoft.com/office/officeart/2005/8/layout/hierarchy5"/>
    <dgm:cxn modelId="{95ED558C-6AFA-8C4C-AFBE-DC33EAE2D7ED}" type="presParOf" srcId="{69BD5AEC-F01F-D044-9776-70E1A8130BA3}" destId="{D52B0E26-D38A-8447-B14C-F464C9048B96}" srcOrd="1" destOrd="0" presId="urn:microsoft.com/office/officeart/2005/8/layout/hierarchy5"/>
    <dgm:cxn modelId="{5112939C-C7FD-1C4C-8996-4E1F16571807}" type="presParOf" srcId="{CA6C75FC-3926-4F42-8EDC-20B56B048EBC}" destId="{975FFD5B-2D1E-B449-8798-B865529C2229}" srcOrd="2" destOrd="0" presId="urn:microsoft.com/office/officeart/2005/8/layout/hierarchy5"/>
    <dgm:cxn modelId="{79C14D9F-908A-0148-A615-739818702204}" type="presParOf" srcId="{975FFD5B-2D1E-B449-8798-B865529C2229}" destId="{31C7A4BD-3318-084F-8B5D-F6DC376CAA70}" srcOrd="0" destOrd="0" presId="urn:microsoft.com/office/officeart/2005/8/layout/hierarchy5"/>
    <dgm:cxn modelId="{6435DF35-B7E6-4B49-8C76-D935EB521BCD}" type="presParOf" srcId="{CA6C75FC-3926-4F42-8EDC-20B56B048EBC}" destId="{6197D4A7-A7D5-534D-8FAE-D06649D69469}" srcOrd="3" destOrd="0" presId="urn:microsoft.com/office/officeart/2005/8/layout/hierarchy5"/>
    <dgm:cxn modelId="{4B25B57D-0BCB-294C-B5AE-2CB03655FED8}" type="presParOf" srcId="{6197D4A7-A7D5-534D-8FAE-D06649D69469}" destId="{85DC20B7-EDF8-C84B-8F99-15A3AAE3D297}" srcOrd="0" destOrd="0" presId="urn:microsoft.com/office/officeart/2005/8/layout/hierarchy5"/>
    <dgm:cxn modelId="{9A7C895A-7743-9A4A-AD8A-93FCA12F33CB}" type="presParOf" srcId="{6197D4A7-A7D5-534D-8FAE-D06649D69469}" destId="{1F072B0F-09BD-2742-89B2-096A6B81D787}" srcOrd="1" destOrd="0" presId="urn:microsoft.com/office/officeart/2005/8/layout/hierarchy5"/>
    <dgm:cxn modelId="{68315E32-BF03-DB48-8078-51F93C0D71BB}" type="presParOf" srcId="{1F072B0F-09BD-2742-89B2-096A6B81D787}" destId="{B5741070-3B18-B540-BD9A-612DEA829163}" srcOrd="0" destOrd="0" presId="urn:microsoft.com/office/officeart/2005/8/layout/hierarchy5"/>
    <dgm:cxn modelId="{08A86958-05E7-3947-8971-D7C21C55FCDA}" type="presParOf" srcId="{B5741070-3B18-B540-BD9A-612DEA829163}" destId="{A6256E36-D0EF-3148-BBDA-1B96BAF59A82}" srcOrd="0" destOrd="0" presId="urn:microsoft.com/office/officeart/2005/8/layout/hierarchy5"/>
    <dgm:cxn modelId="{D2E97D52-F653-D346-A918-9D4B1A8DCD07}" type="presParOf" srcId="{1F072B0F-09BD-2742-89B2-096A6B81D787}" destId="{91902E19-18C7-6E48-B7AA-FEFD5A176CEF}" srcOrd="1" destOrd="0" presId="urn:microsoft.com/office/officeart/2005/8/layout/hierarchy5"/>
    <dgm:cxn modelId="{64E8BB62-CA6A-6D4E-A3A8-ACC01ACCBB11}" type="presParOf" srcId="{91902E19-18C7-6E48-B7AA-FEFD5A176CEF}" destId="{93DBDB62-BEE7-9446-9FE4-B395A921779E}" srcOrd="0" destOrd="0" presId="urn:microsoft.com/office/officeart/2005/8/layout/hierarchy5"/>
    <dgm:cxn modelId="{E43170B4-F504-534C-B687-F82913271FAB}" type="presParOf" srcId="{91902E19-18C7-6E48-B7AA-FEFD5A176CEF}" destId="{7B78D7B1-7FA3-944A-9BC7-936BDA5AE33C}" srcOrd="1" destOrd="0" presId="urn:microsoft.com/office/officeart/2005/8/layout/hierarchy5"/>
    <dgm:cxn modelId="{49752F2F-2F97-3640-824C-A9FABD475D0D}" type="presParOf" srcId="{21FC364D-B30D-E743-A3AD-CE6E3D211F36}" destId="{5F760EB7-D628-2E45-93F5-813FEF6053B2}" srcOrd="1" destOrd="0" presId="urn:microsoft.com/office/officeart/2005/8/layout/hierarchy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2F837D2-37E4-453D-A333-8EB97402A8E6}" type="doc">
      <dgm:prSet loTypeId="urn:microsoft.com/office/officeart/2005/8/layout/vList3" loCatId="list" qsTypeId="urn:microsoft.com/office/officeart/2005/8/quickstyle/simple1" qsCatId="simple" csTypeId="urn:microsoft.com/office/officeart/2005/8/colors/accent1_1" csCatId="accent1" phldr="1"/>
      <dgm:spPr/>
      <dgm:t>
        <a:bodyPr/>
        <a:lstStyle/>
        <a:p>
          <a:endParaRPr lang="ru-RU"/>
        </a:p>
      </dgm:t>
    </dgm:pt>
    <dgm:pt modelId="{05849BE3-3706-48EF-B9AC-1C61487411EC}">
      <dgm:prSet phldrT="[Текст]" custT="1"/>
      <dgm:spPr/>
      <dgm:t>
        <a:bodyPr/>
        <a:lstStyle/>
        <a:p>
          <a:pPr algn="l"/>
          <a:r>
            <a:rPr lang="ru-RU" sz="1800" dirty="0"/>
            <a:t>Объем видео – 15-20 минут.</a:t>
          </a:r>
        </a:p>
        <a:p>
          <a:pPr algn="l"/>
          <a:r>
            <a:rPr lang="ru-RU" sz="1800" dirty="0"/>
            <a:t>Над созданием видео-экскурсии могут работать 2 человека</a:t>
          </a:r>
        </a:p>
        <a:p>
          <a:pPr algn="l"/>
          <a:r>
            <a:rPr lang="ru-RU" sz="1800" dirty="0"/>
            <a:t>Все участники видео-экскурсии должны появляться в кадрах</a:t>
          </a:r>
        </a:p>
      </dgm:t>
    </dgm:pt>
    <dgm:pt modelId="{3F8B1ABC-D638-4B7A-BEA6-83551987F596}" type="parTrans" cxnId="{0CA37E80-1D41-46ED-AA9B-EECFE73A733E}">
      <dgm:prSet/>
      <dgm:spPr/>
      <dgm:t>
        <a:bodyPr/>
        <a:lstStyle/>
        <a:p>
          <a:endParaRPr lang="ru-RU"/>
        </a:p>
      </dgm:t>
    </dgm:pt>
    <dgm:pt modelId="{812D9C89-0511-4FFD-B7C2-31C24E2CFFA6}" type="sibTrans" cxnId="{0CA37E80-1D41-46ED-AA9B-EECFE73A733E}">
      <dgm:prSet/>
      <dgm:spPr/>
      <dgm:t>
        <a:bodyPr/>
        <a:lstStyle/>
        <a:p>
          <a:endParaRPr lang="ru-RU"/>
        </a:p>
      </dgm:t>
    </dgm:pt>
    <dgm:pt modelId="{09945985-4830-45B7-9A18-FA718F22791C}">
      <dgm:prSet phldrT="[Текст]" custT="1"/>
      <dgm:spPr/>
      <dgm:t>
        <a:bodyPr/>
        <a:lstStyle/>
        <a:p>
          <a:pPr algn="ctr" defTabSz="800100">
            <a:lnSpc>
              <a:spcPct val="100000"/>
            </a:lnSpc>
            <a:spcBef>
              <a:spcPct val="0"/>
            </a:spcBef>
            <a:spcAft>
              <a:spcPts val="0"/>
            </a:spcAft>
          </a:pPr>
          <a:r>
            <a:rPr lang="ru-RU" sz="1800" dirty="0"/>
            <a:t>В экскурсии необходимо отразить: </a:t>
          </a:r>
        </a:p>
        <a:p>
          <a:pPr algn="l" defTabSz="800100">
            <a:lnSpc>
              <a:spcPct val="100000"/>
            </a:lnSpc>
            <a:spcBef>
              <a:spcPct val="0"/>
            </a:spcBef>
            <a:spcAft>
              <a:spcPts val="0"/>
            </a:spcAft>
          </a:pPr>
          <a:r>
            <a:rPr lang="ru-RU" sz="1800" dirty="0"/>
            <a:t>1. Причину отбора зданий (напр. одна лица, или все рестораны н. 20 века на этой улице, доходные дома вокруг ИТМО и т.д.)</a:t>
          </a:r>
        </a:p>
        <a:p>
          <a:pPr algn="l" defTabSz="800100">
            <a:lnSpc>
              <a:spcPct val="100000"/>
            </a:lnSpc>
            <a:spcBef>
              <a:spcPct val="0"/>
            </a:spcBef>
            <a:spcAft>
              <a:spcPts val="0"/>
            </a:spcAft>
          </a:pPr>
          <a:r>
            <a:rPr lang="ru-RU" sz="1800" dirty="0"/>
            <a:t>2. Кратко отразить историю зданий. </a:t>
          </a:r>
        </a:p>
        <a:p>
          <a:pPr algn="l" defTabSz="800100">
            <a:lnSpc>
              <a:spcPct val="100000"/>
            </a:lnSpc>
            <a:spcBef>
              <a:spcPct val="0"/>
            </a:spcBef>
            <a:spcAft>
              <a:spcPts val="0"/>
            </a:spcAft>
          </a:pPr>
          <a:r>
            <a:rPr lang="ru-RU" sz="1800" dirty="0"/>
            <a:t>3. Обратить внимание на необычные истории.</a:t>
          </a:r>
        </a:p>
        <a:p>
          <a:pPr algn="l" defTabSz="800100">
            <a:lnSpc>
              <a:spcPct val="100000"/>
            </a:lnSpc>
            <a:spcBef>
              <a:spcPct val="0"/>
            </a:spcBef>
            <a:spcAft>
              <a:spcPts val="0"/>
            </a:spcAft>
          </a:pPr>
          <a:r>
            <a:rPr lang="ru-RU" sz="1800" dirty="0"/>
            <a:t>4. Акцентировать внимание зрителя на архитектурных деталях</a:t>
          </a:r>
        </a:p>
        <a:p>
          <a:pPr algn="l" defTabSz="800100">
            <a:lnSpc>
              <a:spcPct val="100000"/>
            </a:lnSpc>
            <a:spcBef>
              <a:spcPct val="0"/>
            </a:spcBef>
            <a:spcAft>
              <a:spcPts val="0"/>
            </a:spcAft>
          </a:pPr>
          <a:r>
            <a:rPr lang="ru-RU" sz="1800" dirty="0"/>
            <a:t>5. Также фильм может быть смонтирован с вклейками портретов, чертежей и пр. изображений с закадровым голосом</a:t>
          </a:r>
        </a:p>
      </dgm:t>
    </dgm:pt>
    <dgm:pt modelId="{161EC799-4AE3-4C50-9D99-4ED1E50CC40B}" type="parTrans" cxnId="{DFAE1FAA-F112-4DE9-B0B6-818BD8ADF0A6}">
      <dgm:prSet/>
      <dgm:spPr/>
      <dgm:t>
        <a:bodyPr/>
        <a:lstStyle/>
        <a:p>
          <a:endParaRPr lang="ru-RU"/>
        </a:p>
      </dgm:t>
    </dgm:pt>
    <dgm:pt modelId="{25CF5B45-03B5-4B45-ACA6-2E83D67208F4}" type="sibTrans" cxnId="{DFAE1FAA-F112-4DE9-B0B6-818BD8ADF0A6}">
      <dgm:prSet/>
      <dgm:spPr/>
      <dgm:t>
        <a:bodyPr/>
        <a:lstStyle/>
        <a:p>
          <a:endParaRPr lang="ru-RU"/>
        </a:p>
      </dgm:t>
    </dgm:pt>
    <dgm:pt modelId="{693BC20A-A75E-44A6-B4EE-26D1F47E5411}" type="pres">
      <dgm:prSet presAssocID="{22F837D2-37E4-453D-A333-8EB97402A8E6}" presName="linearFlow" presStyleCnt="0">
        <dgm:presLayoutVars>
          <dgm:dir/>
          <dgm:resizeHandles val="exact"/>
        </dgm:presLayoutVars>
      </dgm:prSet>
      <dgm:spPr/>
    </dgm:pt>
    <dgm:pt modelId="{865F973C-37E2-42B4-B177-22AD59BD9BE0}" type="pres">
      <dgm:prSet presAssocID="{05849BE3-3706-48EF-B9AC-1C61487411EC}" presName="composite" presStyleCnt="0"/>
      <dgm:spPr/>
    </dgm:pt>
    <dgm:pt modelId="{AA5D79E7-BD9B-4A67-9B41-6422CF402253}" type="pres">
      <dgm:prSet presAssocID="{05849BE3-3706-48EF-B9AC-1C61487411EC}" presName="imgShp" presStyleLbl="fgImgPlace1" presStyleIdx="0" presStyleCnt="2" custLinFactNeighborX="-13129" custLinFactNeighborY="3581"/>
      <dgm:spPr>
        <a:blipFill>
          <a:blip xmlns:r="http://schemas.openxmlformats.org/officeDocument/2006/relationships"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</dgm:spPr>
    </dgm:pt>
    <dgm:pt modelId="{64BC3B1C-010F-46F3-8F69-90BCE04542CB}" type="pres">
      <dgm:prSet presAssocID="{05849BE3-3706-48EF-B9AC-1C61487411EC}" presName="txShp" presStyleLbl="node1" presStyleIdx="0" presStyleCnt="2" custScaleX="105841" custScaleY="123202" custLinFactNeighborX="487" custLinFactNeighborY="866">
        <dgm:presLayoutVars>
          <dgm:bulletEnabled val="1"/>
        </dgm:presLayoutVars>
      </dgm:prSet>
      <dgm:spPr/>
    </dgm:pt>
    <dgm:pt modelId="{3F7DBCE6-188C-46E0-A07B-F22E75A32E1A}" type="pres">
      <dgm:prSet presAssocID="{812D9C89-0511-4FFD-B7C2-31C24E2CFFA6}" presName="spacing" presStyleCnt="0"/>
      <dgm:spPr/>
    </dgm:pt>
    <dgm:pt modelId="{3808B00F-9581-47EB-B257-36C7E7FF74F3}" type="pres">
      <dgm:prSet presAssocID="{09945985-4830-45B7-9A18-FA718F22791C}" presName="composite" presStyleCnt="0"/>
      <dgm:spPr/>
    </dgm:pt>
    <dgm:pt modelId="{4E5284AC-3F1A-4630-8E13-77B5025C78F0}" type="pres">
      <dgm:prSet presAssocID="{09945985-4830-45B7-9A18-FA718F22791C}" presName="imgShp" presStyleLbl="fgImgPlace1" presStyleIdx="1" presStyleCnt="2" custLinFactNeighborX="-8226" custLinFactNeighborY="823"/>
      <dgm:spPr>
        <a:blipFill>
          <a:blip xmlns:r="http://schemas.openxmlformats.org/officeDocument/2006/relationships"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5000" b="-5000"/>
          </a:stretch>
        </a:blipFill>
      </dgm:spPr>
    </dgm:pt>
    <dgm:pt modelId="{7DF7A66C-5FEB-40AB-AA4B-130CC8A04C06}" type="pres">
      <dgm:prSet presAssocID="{09945985-4830-45B7-9A18-FA718F22791C}" presName="txShp" presStyleLbl="node1" presStyleIdx="1" presStyleCnt="2" custScaleX="108634" custScaleY="207024" custLinFactNeighborX="-769" custLinFactNeighborY="-1294">
        <dgm:presLayoutVars>
          <dgm:bulletEnabled val="1"/>
        </dgm:presLayoutVars>
      </dgm:prSet>
      <dgm:spPr/>
    </dgm:pt>
  </dgm:ptLst>
  <dgm:cxnLst>
    <dgm:cxn modelId="{122EC90C-939D-4717-B979-3ABDF156A5B5}" type="presOf" srcId="{05849BE3-3706-48EF-B9AC-1C61487411EC}" destId="{64BC3B1C-010F-46F3-8F69-90BCE04542CB}" srcOrd="0" destOrd="0" presId="urn:microsoft.com/office/officeart/2005/8/layout/vList3"/>
    <dgm:cxn modelId="{1C434940-8E3C-43A6-8F67-955AC078413C}" type="presOf" srcId="{09945985-4830-45B7-9A18-FA718F22791C}" destId="{7DF7A66C-5FEB-40AB-AA4B-130CC8A04C06}" srcOrd="0" destOrd="0" presId="urn:microsoft.com/office/officeart/2005/8/layout/vList3"/>
    <dgm:cxn modelId="{52B1987C-6A8F-4B3B-A03F-53980447F80E}" type="presOf" srcId="{22F837D2-37E4-453D-A333-8EB97402A8E6}" destId="{693BC20A-A75E-44A6-B4EE-26D1F47E5411}" srcOrd="0" destOrd="0" presId="urn:microsoft.com/office/officeart/2005/8/layout/vList3"/>
    <dgm:cxn modelId="{0CA37E80-1D41-46ED-AA9B-EECFE73A733E}" srcId="{22F837D2-37E4-453D-A333-8EB97402A8E6}" destId="{05849BE3-3706-48EF-B9AC-1C61487411EC}" srcOrd="0" destOrd="0" parTransId="{3F8B1ABC-D638-4B7A-BEA6-83551987F596}" sibTransId="{812D9C89-0511-4FFD-B7C2-31C24E2CFFA6}"/>
    <dgm:cxn modelId="{DFAE1FAA-F112-4DE9-B0B6-818BD8ADF0A6}" srcId="{22F837D2-37E4-453D-A333-8EB97402A8E6}" destId="{09945985-4830-45B7-9A18-FA718F22791C}" srcOrd="1" destOrd="0" parTransId="{161EC799-4AE3-4C50-9D99-4ED1E50CC40B}" sibTransId="{25CF5B45-03B5-4B45-ACA6-2E83D67208F4}"/>
    <dgm:cxn modelId="{9C4E8105-5B15-45CB-9F4A-782D3A310962}" type="presParOf" srcId="{693BC20A-A75E-44A6-B4EE-26D1F47E5411}" destId="{865F973C-37E2-42B4-B177-22AD59BD9BE0}" srcOrd="0" destOrd="0" presId="urn:microsoft.com/office/officeart/2005/8/layout/vList3"/>
    <dgm:cxn modelId="{6B348C7A-2F65-442A-BC98-B40E60F0BDF6}" type="presParOf" srcId="{865F973C-37E2-42B4-B177-22AD59BD9BE0}" destId="{AA5D79E7-BD9B-4A67-9B41-6422CF402253}" srcOrd="0" destOrd="0" presId="urn:microsoft.com/office/officeart/2005/8/layout/vList3"/>
    <dgm:cxn modelId="{84A3B487-D2EA-4D7D-8CCA-8C4DA7CBDA82}" type="presParOf" srcId="{865F973C-37E2-42B4-B177-22AD59BD9BE0}" destId="{64BC3B1C-010F-46F3-8F69-90BCE04542CB}" srcOrd="1" destOrd="0" presId="urn:microsoft.com/office/officeart/2005/8/layout/vList3"/>
    <dgm:cxn modelId="{A3C85ACC-A162-420D-BB71-79CD95FCDE90}" type="presParOf" srcId="{693BC20A-A75E-44A6-B4EE-26D1F47E5411}" destId="{3F7DBCE6-188C-46E0-A07B-F22E75A32E1A}" srcOrd="1" destOrd="0" presId="urn:microsoft.com/office/officeart/2005/8/layout/vList3"/>
    <dgm:cxn modelId="{2A5ABB30-BA8A-48F9-B24C-EB62D1B01B49}" type="presParOf" srcId="{693BC20A-A75E-44A6-B4EE-26D1F47E5411}" destId="{3808B00F-9581-47EB-B257-36C7E7FF74F3}" srcOrd="2" destOrd="0" presId="urn:microsoft.com/office/officeart/2005/8/layout/vList3"/>
    <dgm:cxn modelId="{321A229C-A56A-40CE-BF94-162B266CD137}" type="presParOf" srcId="{3808B00F-9581-47EB-B257-36C7E7FF74F3}" destId="{4E5284AC-3F1A-4630-8E13-77B5025C78F0}" srcOrd="0" destOrd="0" presId="urn:microsoft.com/office/officeart/2005/8/layout/vList3"/>
    <dgm:cxn modelId="{0F03DA57-CB42-486E-87B5-3C79A87995B7}" type="presParOf" srcId="{3808B00F-9581-47EB-B257-36C7E7FF74F3}" destId="{7DF7A66C-5FEB-40AB-AA4B-130CC8A04C06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028590A-A938-1141-8FC0-B80405CD135F}">
      <dsp:nvSpPr>
        <dsp:cNvPr id="0" name=""/>
        <dsp:cNvSpPr/>
      </dsp:nvSpPr>
      <dsp:spPr>
        <a:xfrm>
          <a:off x="1402914" y="2797896"/>
          <a:ext cx="2067915" cy="1981342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12446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800" b="0" kern="1200" dirty="0"/>
            <a:t>ПРОЕКТ / НИР</a:t>
          </a:r>
        </a:p>
      </dsp:txBody>
      <dsp:txXfrm>
        <a:off x="1460946" y="2855928"/>
        <a:ext cx="1951851" cy="1865278"/>
      </dsp:txXfrm>
    </dsp:sp>
    <dsp:sp modelId="{BAE2809C-8F65-FF48-8C50-05B0E2B921CD}">
      <dsp:nvSpPr>
        <dsp:cNvPr id="0" name=""/>
        <dsp:cNvSpPr/>
      </dsp:nvSpPr>
      <dsp:spPr>
        <a:xfrm rot="17945813">
          <a:off x="3033923" y="3029348"/>
          <a:ext cx="1700980" cy="32124"/>
        </a:xfrm>
        <a:custGeom>
          <a:avLst/>
          <a:gdLst/>
          <a:ahLst/>
          <a:cxnLst/>
          <a:rect l="0" t="0" r="0" b="0"/>
          <a:pathLst>
            <a:path>
              <a:moveTo>
                <a:pt x="0" y="16062"/>
              </a:moveTo>
              <a:lnTo>
                <a:pt x="1700980" y="16062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600" kern="1200"/>
        </a:p>
      </dsp:txBody>
      <dsp:txXfrm>
        <a:off x="3841889" y="3002886"/>
        <a:ext cx="85049" cy="85049"/>
      </dsp:txXfrm>
    </dsp:sp>
    <dsp:sp modelId="{896CB2BF-ED28-8144-8462-4322E6AA7E6B}">
      <dsp:nvSpPr>
        <dsp:cNvPr id="0" name=""/>
        <dsp:cNvSpPr/>
      </dsp:nvSpPr>
      <dsp:spPr>
        <a:xfrm>
          <a:off x="4297997" y="1785274"/>
          <a:ext cx="2067915" cy="1033957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875" tIns="15875" rIns="15875" bIns="15875" numCol="1" spcCol="1270" anchor="ctr" anchorCtr="0">
          <a:noAutofit/>
        </a:bodyPr>
        <a:lstStyle/>
        <a:p>
          <a:pPr marL="0" lvl="0" indent="0" algn="ctr" defTabSz="11112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500" kern="1200" dirty="0"/>
            <a:t>Проект</a:t>
          </a:r>
        </a:p>
      </dsp:txBody>
      <dsp:txXfrm>
        <a:off x="4328281" y="1815558"/>
        <a:ext cx="2007347" cy="973389"/>
      </dsp:txXfrm>
    </dsp:sp>
    <dsp:sp modelId="{5EEF2020-A3B7-7D4D-9D6D-8CD17001F769}">
      <dsp:nvSpPr>
        <dsp:cNvPr id="0" name=""/>
        <dsp:cNvSpPr/>
      </dsp:nvSpPr>
      <dsp:spPr>
        <a:xfrm rot="17692822">
          <a:off x="5796471" y="1394402"/>
          <a:ext cx="1966049" cy="32124"/>
        </a:xfrm>
        <a:custGeom>
          <a:avLst/>
          <a:gdLst/>
          <a:ahLst/>
          <a:cxnLst/>
          <a:rect l="0" t="0" r="0" b="0"/>
          <a:pathLst>
            <a:path>
              <a:moveTo>
                <a:pt x="0" y="16062"/>
              </a:moveTo>
              <a:lnTo>
                <a:pt x="1966049" y="16062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3111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700" kern="1200"/>
        </a:p>
      </dsp:txBody>
      <dsp:txXfrm>
        <a:off x="6730344" y="1361313"/>
        <a:ext cx="98302" cy="98302"/>
      </dsp:txXfrm>
    </dsp:sp>
    <dsp:sp modelId="{B2A65F54-EBE1-D043-A82F-5A0042D0D972}">
      <dsp:nvSpPr>
        <dsp:cNvPr id="0" name=""/>
        <dsp:cNvSpPr/>
      </dsp:nvSpPr>
      <dsp:spPr>
        <a:xfrm>
          <a:off x="7193079" y="1697"/>
          <a:ext cx="2067915" cy="103395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kern="1200" dirty="0"/>
            <a:t>Коллективный</a:t>
          </a:r>
        </a:p>
      </dsp:txBody>
      <dsp:txXfrm>
        <a:off x="7223363" y="31981"/>
        <a:ext cx="2007347" cy="973389"/>
      </dsp:txXfrm>
    </dsp:sp>
    <dsp:sp modelId="{035B6B19-4FC0-E94C-AC7D-93A08D552D3B}">
      <dsp:nvSpPr>
        <dsp:cNvPr id="0" name=""/>
        <dsp:cNvSpPr/>
      </dsp:nvSpPr>
      <dsp:spPr>
        <a:xfrm rot="19457599">
          <a:off x="6270166" y="1988928"/>
          <a:ext cx="1018658" cy="32124"/>
        </a:xfrm>
        <a:custGeom>
          <a:avLst/>
          <a:gdLst/>
          <a:ahLst/>
          <a:cxnLst/>
          <a:rect l="0" t="0" r="0" b="0"/>
          <a:pathLst>
            <a:path>
              <a:moveTo>
                <a:pt x="0" y="16062"/>
              </a:moveTo>
              <a:lnTo>
                <a:pt x="1018658" y="16062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500" kern="1200"/>
        </a:p>
      </dsp:txBody>
      <dsp:txXfrm>
        <a:off x="6754029" y="1979524"/>
        <a:ext cx="50932" cy="50932"/>
      </dsp:txXfrm>
    </dsp:sp>
    <dsp:sp modelId="{24CB8E01-DBAE-A843-B169-F7EC9EA190E8}">
      <dsp:nvSpPr>
        <dsp:cNvPr id="0" name=""/>
        <dsp:cNvSpPr/>
      </dsp:nvSpPr>
      <dsp:spPr>
        <a:xfrm>
          <a:off x="7193079" y="1190748"/>
          <a:ext cx="2067915" cy="103395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kern="1200" dirty="0"/>
            <a:t>В мини-группах</a:t>
          </a:r>
        </a:p>
      </dsp:txBody>
      <dsp:txXfrm>
        <a:off x="7223363" y="1221032"/>
        <a:ext cx="2007347" cy="973389"/>
      </dsp:txXfrm>
    </dsp:sp>
    <dsp:sp modelId="{06CF5052-CB6C-9F46-AEEC-3E12C5F1461D}">
      <dsp:nvSpPr>
        <dsp:cNvPr id="0" name=""/>
        <dsp:cNvSpPr/>
      </dsp:nvSpPr>
      <dsp:spPr>
        <a:xfrm rot="2142401">
          <a:off x="6270166" y="2583454"/>
          <a:ext cx="1018658" cy="32124"/>
        </a:xfrm>
        <a:custGeom>
          <a:avLst/>
          <a:gdLst/>
          <a:ahLst/>
          <a:cxnLst/>
          <a:rect l="0" t="0" r="0" b="0"/>
          <a:pathLst>
            <a:path>
              <a:moveTo>
                <a:pt x="0" y="16062"/>
              </a:moveTo>
              <a:lnTo>
                <a:pt x="1018658" y="16062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500" kern="1200"/>
        </a:p>
      </dsp:txBody>
      <dsp:txXfrm>
        <a:off x="6754029" y="2574050"/>
        <a:ext cx="50932" cy="50932"/>
      </dsp:txXfrm>
    </dsp:sp>
    <dsp:sp modelId="{5D1E460E-5BA1-4148-A568-997A418AC7A9}">
      <dsp:nvSpPr>
        <dsp:cNvPr id="0" name=""/>
        <dsp:cNvSpPr/>
      </dsp:nvSpPr>
      <dsp:spPr>
        <a:xfrm>
          <a:off x="7193079" y="2379800"/>
          <a:ext cx="2067915" cy="103395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kern="1200" dirty="0"/>
            <a:t>Индивидуальный</a:t>
          </a:r>
        </a:p>
      </dsp:txBody>
      <dsp:txXfrm>
        <a:off x="7223363" y="2410084"/>
        <a:ext cx="2007347" cy="973389"/>
      </dsp:txXfrm>
    </dsp:sp>
    <dsp:sp modelId="{FF23C86D-E4B3-2340-9481-6F485988F4CB}">
      <dsp:nvSpPr>
        <dsp:cNvPr id="0" name=""/>
        <dsp:cNvSpPr/>
      </dsp:nvSpPr>
      <dsp:spPr>
        <a:xfrm rot="3907178">
          <a:off x="5796471" y="3177980"/>
          <a:ext cx="1966049" cy="32124"/>
        </a:xfrm>
        <a:custGeom>
          <a:avLst/>
          <a:gdLst/>
          <a:ahLst/>
          <a:cxnLst/>
          <a:rect l="0" t="0" r="0" b="0"/>
          <a:pathLst>
            <a:path>
              <a:moveTo>
                <a:pt x="0" y="16062"/>
              </a:moveTo>
              <a:lnTo>
                <a:pt x="1966049" y="16062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700" kern="1200"/>
        </a:p>
      </dsp:txBody>
      <dsp:txXfrm>
        <a:off x="6730344" y="3144891"/>
        <a:ext cx="98302" cy="98302"/>
      </dsp:txXfrm>
    </dsp:sp>
    <dsp:sp modelId="{C1205EEF-8E8D-FE48-A416-A036318EFF04}">
      <dsp:nvSpPr>
        <dsp:cNvPr id="0" name=""/>
        <dsp:cNvSpPr/>
      </dsp:nvSpPr>
      <dsp:spPr>
        <a:xfrm>
          <a:off x="7193079" y="3568852"/>
          <a:ext cx="2067915" cy="103395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kern="1200" dirty="0"/>
            <a:t>* Видео-экскурсия</a:t>
          </a:r>
        </a:p>
      </dsp:txBody>
      <dsp:txXfrm>
        <a:off x="7223363" y="3599136"/>
        <a:ext cx="2007347" cy="973389"/>
      </dsp:txXfrm>
    </dsp:sp>
    <dsp:sp modelId="{975FFD5B-2D1E-B449-8798-B865529C2229}">
      <dsp:nvSpPr>
        <dsp:cNvPr id="0" name=""/>
        <dsp:cNvSpPr/>
      </dsp:nvSpPr>
      <dsp:spPr>
        <a:xfrm rot="3654187">
          <a:off x="3033923" y="4515663"/>
          <a:ext cx="1700980" cy="32124"/>
        </a:xfrm>
        <a:custGeom>
          <a:avLst/>
          <a:gdLst/>
          <a:ahLst/>
          <a:cxnLst/>
          <a:rect l="0" t="0" r="0" b="0"/>
          <a:pathLst>
            <a:path>
              <a:moveTo>
                <a:pt x="0" y="16062"/>
              </a:moveTo>
              <a:lnTo>
                <a:pt x="1700980" y="16062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600" kern="1200"/>
        </a:p>
      </dsp:txBody>
      <dsp:txXfrm>
        <a:off x="3841889" y="4489200"/>
        <a:ext cx="85049" cy="85049"/>
      </dsp:txXfrm>
    </dsp:sp>
    <dsp:sp modelId="{85DC20B7-EDF8-C84B-8F99-15A3AAE3D297}">
      <dsp:nvSpPr>
        <dsp:cNvPr id="0" name=""/>
        <dsp:cNvSpPr/>
      </dsp:nvSpPr>
      <dsp:spPr>
        <a:xfrm>
          <a:off x="4297997" y="4757903"/>
          <a:ext cx="2067915" cy="1033957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875" tIns="15875" rIns="15875" bIns="15875" numCol="1" spcCol="1270" anchor="ctr" anchorCtr="0">
          <a:noAutofit/>
        </a:bodyPr>
        <a:lstStyle/>
        <a:p>
          <a:pPr marL="0" lvl="0" indent="0" algn="ctr" defTabSz="11112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500" kern="1200" dirty="0"/>
            <a:t>НИР</a:t>
          </a:r>
        </a:p>
      </dsp:txBody>
      <dsp:txXfrm>
        <a:off x="4328281" y="4788187"/>
        <a:ext cx="2007347" cy="973389"/>
      </dsp:txXfrm>
    </dsp:sp>
    <dsp:sp modelId="{B5741070-3B18-B540-BD9A-612DEA829163}">
      <dsp:nvSpPr>
        <dsp:cNvPr id="0" name=""/>
        <dsp:cNvSpPr/>
      </dsp:nvSpPr>
      <dsp:spPr>
        <a:xfrm>
          <a:off x="6365912" y="5258820"/>
          <a:ext cx="827166" cy="32124"/>
        </a:xfrm>
        <a:custGeom>
          <a:avLst/>
          <a:gdLst/>
          <a:ahLst/>
          <a:cxnLst/>
          <a:rect l="0" t="0" r="0" b="0"/>
          <a:pathLst>
            <a:path>
              <a:moveTo>
                <a:pt x="0" y="16062"/>
              </a:moveTo>
              <a:lnTo>
                <a:pt x="827166" y="16062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500" kern="1200"/>
        </a:p>
      </dsp:txBody>
      <dsp:txXfrm>
        <a:off x="6758816" y="5254203"/>
        <a:ext cx="41358" cy="41358"/>
      </dsp:txXfrm>
    </dsp:sp>
    <dsp:sp modelId="{93DBDB62-BEE7-9446-9FE4-B395A921779E}">
      <dsp:nvSpPr>
        <dsp:cNvPr id="0" name=""/>
        <dsp:cNvSpPr/>
      </dsp:nvSpPr>
      <dsp:spPr>
        <a:xfrm>
          <a:off x="7193079" y="4757903"/>
          <a:ext cx="2067915" cy="103395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kern="1200" dirty="0"/>
            <a:t>Индивидуальная </a:t>
          </a:r>
        </a:p>
        <a:p>
          <a:pPr marL="0" lvl="0" indent="0" algn="ctr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kern="1200" dirty="0"/>
            <a:t>работа</a:t>
          </a:r>
        </a:p>
      </dsp:txBody>
      <dsp:txXfrm>
        <a:off x="7223363" y="4788187"/>
        <a:ext cx="2007347" cy="97338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4BC3B1C-010F-46F3-8F69-90BCE04542CB}">
      <dsp:nvSpPr>
        <dsp:cNvPr id="0" name=""/>
        <dsp:cNvSpPr/>
      </dsp:nvSpPr>
      <dsp:spPr>
        <a:xfrm rot="10800000">
          <a:off x="2345530" y="13329"/>
          <a:ext cx="9870948" cy="1772080"/>
        </a:xfrm>
        <a:prstGeom prst="homePlat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4274" tIns="68580" rIns="128016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800" kern="1200" dirty="0"/>
            <a:t>Объем видео – 15-20 минут.</a:t>
          </a:r>
        </a:p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800" kern="1200" dirty="0"/>
            <a:t>Над созданием видео-экскурсии могут работать 2 человека</a:t>
          </a:r>
        </a:p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800" kern="1200" dirty="0"/>
            <a:t>Все участники видео-экскурсии должны появляться в кадрах</a:t>
          </a:r>
        </a:p>
      </dsp:txBody>
      <dsp:txXfrm rot="10800000">
        <a:off x="2788550" y="13329"/>
        <a:ext cx="9427928" cy="1772080"/>
      </dsp:txXfrm>
    </dsp:sp>
    <dsp:sp modelId="{AA5D79E7-BD9B-4A67-9B41-6422CF402253}">
      <dsp:nvSpPr>
        <dsp:cNvPr id="0" name=""/>
        <dsp:cNvSpPr/>
      </dsp:nvSpPr>
      <dsp:spPr>
        <a:xfrm>
          <a:off x="1664465" y="219244"/>
          <a:ext cx="1438353" cy="1438353"/>
        </a:xfrm>
        <a:prstGeom prst="ellipse">
          <a:avLst/>
        </a:prstGeom>
        <a:blipFill>
          <a:blip xmlns:r="http://schemas.openxmlformats.org/officeDocument/2006/relationships"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DF7A66C-5FEB-40AB-AA4B-130CC8A04C06}">
      <dsp:nvSpPr>
        <dsp:cNvPr id="0" name=""/>
        <dsp:cNvSpPr/>
      </dsp:nvSpPr>
      <dsp:spPr>
        <a:xfrm rot="10800000">
          <a:off x="2033033" y="2148159"/>
          <a:ext cx="10131429" cy="2977737"/>
        </a:xfrm>
        <a:prstGeom prst="homePlat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4274" tIns="68580" rIns="128016" bIns="68580" numCol="1" spcCol="1270" anchor="ctr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ts val="0"/>
            </a:spcAft>
            <a:buNone/>
          </a:pPr>
          <a:r>
            <a:rPr lang="ru-RU" sz="1800" kern="1200" dirty="0"/>
            <a:t>В экскурсии необходимо отразить: </a:t>
          </a:r>
        </a:p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ts val="0"/>
            </a:spcAft>
            <a:buNone/>
          </a:pPr>
          <a:r>
            <a:rPr lang="ru-RU" sz="1800" kern="1200" dirty="0"/>
            <a:t>1. Причину отбора зданий (напр. одна лица, или все рестораны н. 20 века на этой улице, доходные дома вокруг ИТМО и т.д.)</a:t>
          </a:r>
        </a:p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ts val="0"/>
            </a:spcAft>
            <a:buNone/>
          </a:pPr>
          <a:r>
            <a:rPr lang="ru-RU" sz="1800" kern="1200" dirty="0"/>
            <a:t>2. Кратко отразить историю зданий. </a:t>
          </a:r>
        </a:p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ts val="0"/>
            </a:spcAft>
            <a:buNone/>
          </a:pPr>
          <a:r>
            <a:rPr lang="ru-RU" sz="1800" kern="1200" dirty="0"/>
            <a:t>3. Обратить внимание на необычные истории.</a:t>
          </a:r>
        </a:p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ts val="0"/>
            </a:spcAft>
            <a:buNone/>
          </a:pPr>
          <a:r>
            <a:rPr lang="ru-RU" sz="1800" kern="1200" dirty="0"/>
            <a:t>4. Акцентировать внимание зрителя на архитектурных деталях</a:t>
          </a:r>
        </a:p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ts val="0"/>
            </a:spcAft>
            <a:buNone/>
          </a:pPr>
          <a:r>
            <a:rPr lang="ru-RU" sz="1800" kern="1200" dirty="0"/>
            <a:t>5. Также фильм может быть смонтирован с вклейками портретов, чертежей и пр. изображений с закадровым голосом</a:t>
          </a:r>
        </a:p>
      </dsp:txBody>
      <dsp:txXfrm rot="10800000">
        <a:off x="2777467" y="2148159"/>
        <a:ext cx="9386995" cy="2977737"/>
      </dsp:txXfrm>
    </dsp:sp>
    <dsp:sp modelId="{4E5284AC-3F1A-4630-8E13-77B5025C78F0}">
      <dsp:nvSpPr>
        <dsp:cNvPr id="0" name=""/>
        <dsp:cNvSpPr/>
      </dsp:nvSpPr>
      <dsp:spPr>
        <a:xfrm>
          <a:off x="1669868" y="2948301"/>
          <a:ext cx="1438353" cy="1438353"/>
        </a:xfrm>
        <a:prstGeom prst="ellipse">
          <a:avLst/>
        </a:prstGeom>
        <a:blipFill>
          <a:blip xmlns:r="http://schemas.openxmlformats.org/officeDocument/2006/relationships"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5000" b="-5000"/>
          </a:stretch>
        </a:blip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5">
  <dgm:title val=""/>
  <dgm:desc val=""/>
  <dgm:catLst>
    <dgm:cat type="hierarchy" pri="6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5">
          <dgm:prSet phldr="1"/>
        </dgm:pt>
        <dgm:pt modelId="6">
          <dgm:prSet phldr="1"/>
        </dgm:pt>
      </dgm:ptLst>
      <dgm:cxnLst>
        <dgm:cxn modelId="7" srcId="0" destId="1" srcOrd="0" destOrd="0"/>
        <dgm:cxn modelId="8" srcId="1" destId="2" srcOrd="0" destOrd="0"/>
        <dgm:cxn modelId="9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10" srcId="0" destId="4" srcOrd="1" destOrd="0"/>
        <dgm:cxn modelId="11" srcId="0" destId="5" srcOrd="2" destOrd="0"/>
        <dgm:cxn modelId="12" srcId="0" destId="6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3"/>
      </dgm:ptLst>
      <dgm:cxnLst>
        <dgm:cxn modelId="4" srcId="0" destId="1" srcOrd="0" destOrd="0"/>
        <dgm:cxn modelId="13" srcId="1" destId="11" srcOrd="0" destOrd="0"/>
        <dgm:cxn modelId="14" srcId="1" destId="12" srcOrd="1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  <dgm:pt modelId="4"/>
        <dgm:pt modelId="5"/>
        <dgm:pt modelId="6"/>
        <dgm:pt modelId="7"/>
      </dgm:ptLst>
      <dgm:cxnLst>
        <dgm:cxn modelId="8" srcId="0" destId="1" srcOrd="0" destOrd="0"/>
        <dgm:cxn modelId="9" srcId="1" destId="2" srcOrd="0" destOrd="0"/>
        <dgm:cxn modelId="10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  <dgm:cxn modelId="11" srcId="0" destId="4" srcOrd="1" destOrd="0"/>
        <dgm:cxn modelId="12" srcId="0" destId="5" srcOrd="2" destOrd="0"/>
        <dgm:cxn modelId="13" srcId="0" destId="6" srcOrd="3" destOrd="0"/>
        <dgm:cxn modelId="14" srcId="0" destId="7" srcOrd="4" destOrd="0"/>
      </dgm:cxnLst>
      <dgm:bg/>
      <dgm:whole/>
    </dgm:dataModel>
  </dgm:clrData>
  <dgm:layoutNode name="mainComposite">
    <dgm:varLst>
      <dgm:chPref val="1"/>
      <dgm:dir/>
      <dgm:animOne val="branch"/>
      <dgm:animLvl val="lvl"/>
      <dgm:resizeHandles val="exact"/>
    </dgm:varLst>
    <dgm:alg type="composite"/>
    <dgm:presOf/>
    <dgm:shape xmlns:r="http://schemas.openxmlformats.org/officeDocument/2006/relationships" r:blip="">
      <dgm:adjLst/>
    </dgm:shape>
    <dgm:choose name="Name0">
      <dgm:if name="Name1" axis="ch" ptType="node" func="cnt" op="gte" val="2">
        <dgm:choose name="Name2">
          <dgm:if name="Name3" func="var" arg="dir" op="equ" val="norm">
            <dgm:constrLst>
              <dgm:constr type="l" for="ch" forName="hierFlow"/>
              <dgm:constr type="t" for="ch" forName="hierFlow" refType="h" fact="0.3"/>
              <dgm:constr type="r" for="ch" forName="hierFlow" refType="w" fact="0.98"/>
              <dgm:constr type="b" for="ch" forName="hierFlow" refType="h" fact="0.96"/>
              <dgm:constr type="l" for="ch" forName="bgShapesFlow"/>
              <dgm:constr type="t" for="ch" forName="bgShapesFlow"/>
              <dgm:constr type="r" for="ch" forName="bgShapesFlow" refType="w"/>
              <dgm:constr type="b" for="ch" forName="bgShapesFlow" refType="h"/>
              <dgm:constr type="h" for="des" forName="level1Shape" refType="h"/>
              <dgm:constr type="w" for="des" forName="level1Shape" refType="h" refFor="des" refForName="level1Shape" fact="2"/>
              <dgm:constr type="w" for="des" forName="level2Shape" refType="w" refFor="des" refForName="level1Shape" op="equ"/>
              <dgm:constr type="h" for="des" forName="level2Shape" refType="h" refFor="des" refForName="level1Shape" op="equ"/>
              <dgm:constr type="sp" for="des" refType="w" refFor="des" refForName="level1Shape" op="equ" fact="0.4"/>
              <dgm:constr type="sibSp" for="des" forName="hierChild1" refType="h" refFor="des" refForName="level1Shape" op="equ" fact="0.15"/>
              <dgm:constr type="sibSp" for="des" forName="hierChild2" refType="sibSp" refFor="des" refForName="hierChild1" op="equ"/>
              <dgm:constr type="sibSp" for="des" forName="hierChild3" refType="sibSp" refFor="des" refForName="hierChild1" op="equ"/>
              <dgm:constr type="userA" for="des" refType="w" refFor="des" refForName="level1Shape" op="equ"/>
              <dgm:constr type="userB" for="des" refType="sp" refFor="des" op="equ"/>
              <dgm:constr type="w" for="des" forName="firstBuf" refType="w" refFor="des" refForName="level1Shape" fact="0.1"/>
            </dgm:constrLst>
          </dgm:if>
          <dgm:else name="Name4">
            <dgm:constrLst>
              <dgm:constr type="l" for="ch" forName="hierFlow" refType="w" fact="0.02"/>
              <dgm:constr type="t" for="ch" forName="hierFlow" refType="h" fact="0.3"/>
              <dgm:constr type="r" for="ch" forName="hierFlow" refType="w"/>
              <dgm:constr type="b" for="ch" forName="hierFlow" refType="h" fact="0.96"/>
              <dgm:constr type="l" for="ch" forName="bgShapesFlow"/>
              <dgm:constr type="t" for="ch" forName="bgShapesFlow"/>
              <dgm:constr type="r" for="ch" forName="bgShapesFlow" refType="w"/>
              <dgm:constr type="b" for="ch" forName="bgShapesFlow" refType="h"/>
              <dgm:constr type="h" for="des" forName="level1Shape" refType="h"/>
              <dgm:constr type="w" for="des" forName="level1Shape" refType="h" refFor="des" refForName="level1Shape" fact="2"/>
              <dgm:constr type="w" for="des" forName="level2Shape" refType="w" refFor="des" refForName="level1Shape" op="equ"/>
              <dgm:constr type="h" for="des" forName="level2Shape" refType="h" refFor="des" refForName="level1Shape" op="equ"/>
              <dgm:constr type="sp" for="des" refType="w" refFor="des" refForName="level1Shape" op="equ" fact="0.4"/>
              <dgm:constr type="sibSp" for="des" forName="hierChild1" refType="h" refFor="des" refForName="level1Shape" op="equ" fact="0.15"/>
              <dgm:constr type="sibSp" for="des" forName="hierChild2" refType="sibSp" refFor="des" refForName="hierChild1" op="equ"/>
              <dgm:constr type="sibSp" for="des" forName="hierChild3" refType="sibSp" refFor="des" refForName="hierChild1" op="equ"/>
              <dgm:constr type="userA" for="des" refType="w" refFor="des" refForName="level1Shape" op="equ"/>
              <dgm:constr type="userB" for="des" refType="sp" refFor="des" op="equ"/>
              <dgm:constr type="w" for="des" forName="firstBuf" refType="w" refFor="des" refForName="level1Shape" fact="0.1"/>
            </dgm:constrLst>
          </dgm:else>
        </dgm:choose>
      </dgm:if>
      <dgm:else name="Name5">
        <dgm:constrLst>
          <dgm:constr type="l" for="ch" forName="hierFlow"/>
          <dgm:constr type="t" for="ch" forName="hierFlow"/>
          <dgm:constr type="r" for="ch" forName="hierFlow" refType="w"/>
          <dgm:constr type="b" for="ch" forName="hierFlow" refType="h"/>
          <dgm:constr type="l" for="ch" forName="bgShapesFlow"/>
          <dgm:constr type="t" for="ch" forName="bgShapesFlow"/>
          <dgm:constr type="r" for="ch" forName="bgShapesFlow" refType="w"/>
          <dgm:constr type="b" for="ch" forName="bgShapesFlow" refType="h"/>
          <dgm:constr type="h" for="des" forName="level1Shape" refType="h"/>
          <dgm:constr type="w" for="des" forName="level1Shape" refType="h" refFor="des" refForName="level1Shape" fact="2"/>
          <dgm:constr type="w" for="des" forName="level2Shape" refType="w" refFor="des" refForName="level1Shape" op="equ"/>
          <dgm:constr type="h" for="des" forName="level2Shape" refType="h" refFor="des" refForName="level1Shape" op="equ"/>
          <dgm:constr type="sp" for="des" refType="w" refFor="des" refForName="level1Shape" op="equ" fact="0.4"/>
          <dgm:constr type="sibSp" for="des" forName="hierChild1" refType="h" refFor="des" refForName="level1Shape" op="equ" fact="0.15"/>
          <dgm:constr type="sibSp" for="des" forName="hierChild2" refType="sibSp" refFor="des" refForName="hierChild1" op="equ"/>
          <dgm:constr type="sibSp" for="des" forName="hierChild3" refType="sibSp" refFor="des" refForName="hierChild1" op="equ"/>
          <dgm:constr type="userA" for="des" refType="w" refFor="des" refForName="level1Shape" op="equ"/>
          <dgm:constr type="userB" for="des" refType="sp" refFor="des" op="equ"/>
          <dgm:constr type="w" for="des" forName="firstBuf" refType="w" refFor="des" refForName="level1Shape" fact="0.1"/>
        </dgm:constrLst>
      </dgm:else>
    </dgm:choose>
    <dgm:ruleLst/>
    <dgm:layoutNode name="hierFlow">
      <dgm:choose name="Name6">
        <dgm:if name="Name7" func="var" arg="dir" op="equ" val="norm">
          <dgm:alg type="lin">
            <dgm:param type="linDir" val="fromL"/>
            <dgm:param type="nodeVertAlign" val="mid"/>
            <dgm:param type="vertAlign" val="mid"/>
            <dgm:param type="nodeHorzAlign" val="l"/>
            <dgm:param type="horzAlign" val="l"/>
            <dgm:param type="fallback" val="2D"/>
          </dgm:alg>
        </dgm:if>
        <dgm:else name="Name8">
          <dgm:alg type="lin">
            <dgm:param type="linDir" val="fromR"/>
            <dgm:param type="nodeVertAlign" val="mid"/>
            <dgm:param type="vertAlign" val="mid"/>
            <dgm:param type="nodeHorzAlign" val="r"/>
            <dgm:param type="horzAlign" val="r"/>
            <dgm:param type="fallback" val="2D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primFontSz" for="des" ptType="node" op="equ" val="65"/>
        <dgm:constr type="primFontSz" for="des" forName="connTx" op="equ" val="55"/>
        <dgm:constr type="primFontSz" for="des" forName="connTx" refType="primFontSz" refFor="des" refPtType="node" op="lte" fact="0.8"/>
      </dgm:constrLst>
      <dgm:ruleLst/>
      <dgm:choose name="Name9">
        <dgm:if name="Name10" axis="ch" ptType="node" func="cnt" op="gte" val="2">
          <dgm:layoutNode name="firstBuf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1"/>
      </dgm:choose>
      <dgm:layoutNode name="hierChild1">
        <dgm:varLst>
          <dgm:chPref val="1"/>
          <dgm:animOne val="branch"/>
          <dgm:animLvl val="lvl"/>
        </dgm:varLst>
        <dgm:choose name="Name12">
          <dgm:if name="Name13" func="var" arg="dir" op="equ" val="norm">
            <dgm:alg type="hierChild">
              <dgm:param type="linDir" val="fromT"/>
              <dgm:param type="chAlign" val="l"/>
            </dgm:alg>
          </dgm:if>
          <dgm:else name="Name14">
            <dgm:alg type="hierChild">
              <dgm:param type="linDir" val="fromT"/>
              <dgm:param type="ch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forEach name="Name15" axis="ch" cnt="3">
          <dgm:forEach name="Name16" axis="self" ptType="node">
            <dgm:layoutNode name="Name17">
              <dgm:choose name="Name18">
                <dgm:if name="Name19" func="var" arg="dir" op="equ" val="norm">
                  <dgm:alg type="hierRoot">
                    <dgm:param type="hierAlign" val="lCtrCh"/>
                  </dgm:alg>
                </dgm:if>
                <dgm:else name="Name20">
                  <dgm:alg type="hierRoot">
                    <dgm:param type="hierAlign" val="rCtrCh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constrLst/>
              <dgm:ruleLst/>
              <dgm:layoutNode name="level1Shape" styleLbl="node0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tMarg" refType="primFontSz" fact="0.05"/>
                  <dgm:constr type="bMarg" refType="primFontSz" fact="0.05"/>
                  <dgm:constr type="lMarg" refType="primFontSz" fact="0.05"/>
                  <dgm:constr type="rMarg" refType="primFontSz" fact="0.05"/>
                </dgm:constrLst>
                <dgm:ruleLst>
                  <dgm:rule type="primFontSz" val="5" fact="NaN" max="NaN"/>
                </dgm:ruleLst>
              </dgm:layoutNode>
              <dgm:layoutNode name="hierChild2">
                <dgm:choose name="Name21">
                  <dgm:if name="Name22" func="var" arg="dir" op="equ" val="norm">
                    <dgm:alg type="hierChild">
                      <dgm:param type="linDir" val="fromT"/>
                      <dgm:param type="chAlign" val="l"/>
                    </dgm:alg>
                  </dgm:if>
                  <dgm:else name="Name23">
                    <dgm:alg type="hierChild">
                      <dgm:param type="linDir" val="fromT"/>
                      <dgm:param type="ch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  <dgm:forEach name="repeat" axis="ch">
                  <dgm:forEach name="Name24" axis="self" ptType="parTrans" cnt="1">
                    <dgm:layoutNode name="Name25">
                      <dgm:choose name="Name26">
                        <dgm:if name="Name27" func="var" arg="dir" op="equ" val="norm">
                          <dgm:alg type="conn">
                            <dgm:param type="dim" val="1D"/>
                            <dgm:param type="begPts" val="midR"/>
                            <dgm:param type="endPts" val="midL"/>
                            <dgm:param type="endSty" val="noArr"/>
                          </dgm:alg>
                        </dgm:if>
                        <dgm:else name="Name28">
                          <dgm:alg type="conn">
                            <dgm:param type="dim" val="1D"/>
                            <dgm:param type="begPts" val="midL"/>
                            <dgm:param type="endPts" val="midR"/>
                            <dgm:param type="endSty" val="noArr"/>
                          </dgm:alg>
                        </dgm:else>
                      </dgm:choose>
                      <dgm:shape xmlns:r="http://schemas.openxmlformats.org/officeDocument/2006/relationships" type="conn" r:blip="">
                        <dgm:adjLst/>
                      </dgm:shape>
                      <dgm:presOf axis="self"/>
                      <dgm:constrLst>
                        <dgm:constr type="w" val="1"/>
                        <dgm:constr type="h" val="5"/>
                        <dgm:constr type="connDist"/>
                        <dgm:constr type="begPad"/>
                        <dgm:constr type="endPad"/>
                        <dgm:constr type="userA" for="ch" refType="connDist"/>
                      </dgm:constrLst>
                      <dgm:ruleLst/>
                      <dgm:layoutNode name="connTx">
                        <dgm:alg type="tx">
                          <dgm:param type="autoTxRot" val="grav"/>
                        </dgm:alg>
                        <dgm:shape xmlns:r="http://schemas.openxmlformats.org/officeDocument/2006/relationships" type="rect" r:blip="" hideGeom="1">
                          <dgm:adjLst/>
                        </dgm:shape>
                        <dgm:presOf axis="self"/>
                        <dgm:constrLst>
                          <dgm:constr type="userA"/>
                          <dgm:constr type="w" refType="userA" fact="0.05"/>
                          <dgm:constr type="h" refType="userA" fact="0.05"/>
                          <dgm:constr type="lMarg" val="1"/>
                          <dgm:constr type="rMarg" val="1"/>
                          <dgm:constr type="tMarg"/>
                          <dgm:constr type="bMarg"/>
                        </dgm:constrLst>
                        <dgm:ruleLst>
                          <dgm:rule type="h" val="NaN" fact="0.25" max="NaN"/>
                          <dgm:rule type="w" val="NaN" fact="0.8" max="NaN"/>
                          <dgm:rule type="primFontSz" val="5" fact="NaN" max="NaN"/>
                        </dgm:ruleLst>
                      </dgm:layoutNode>
                    </dgm:layoutNode>
                  </dgm:forEach>
                  <dgm:forEach name="Name29" axis="self" ptType="node">
                    <dgm:layoutNode name="Name30">
                      <dgm:choose name="Name31">
                        <dgm:if name="Name32" func="var" arg="dir" op="equ" val="norm">
                          <dgm:alg type="hierRoot">
                            <dgm:param type="hierAlign" val="lCtrCh"/>
                          </dgm:alg>
                        </dgm:if>
                        <dgm:else name="Name33">
                          <dgm:alg type="hierRoot">
                            <dgm:param type="hierAlign" val="rCtrCh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/>
                      <dgm:layoutNode name="level2Shape">
                        <dgm:alg type="tx"/>
                        <dgm:shape xmlns:r="http://schemas.openxmlformats.org/officeDocument/2006/relationships" type="roundRect" r:blip="">
                          <dgm:adjLst>
                            <dgm:adj idx="1" val="0.1"/>
                          </dgm:adjLst>
                        </dgm:shape>
                        <dgm:presOf axis="self"/>
                        <dgm:constrLst>
                          <dgm:constr type="tMarg" refType="primFontSz" fact="0.05"/>
                          <dgm:constr type="bMarg" refType="primFontSz" fact="0.05"/>
                          <dgm:constr type="lMarg" refType="primFontSz" fact="0.05"/>
                          <dgm:constr type="rMarg" refType="primFontSz" fact="0.05"/>
                        </dgm:constrLst>
                        <dgm:ruleLst>
                          <dgm:rule type="primFontSz" val="5" fact="NaN" max="NaN"/>
                        </dgm:ruleLst>
                      </dgm:layoutNode>
                      <dgm:layoutNode name="hierChild3">
                        <dgm:choose name="Name34">
                          <dgm:if name="Name35" func="var" arg="dir" op="equ" val="norm">
                            <dgm:alg type="hierChild">
                              <dgm:param type="linDir" val="fromT"/>
                              <dgm:param type="chAlign" val="l"/>
                            </dgm:alg>
                          </dgm:if>
                          <dgm:else name="Name36">
                            <dgm:alg type="hierChild">
                              <dgm:param type="linDir" val="fromT"/>
                              <dgm:param type="chAlign" val="r"/>
                            </dgm:alg>
                          </dgm:else>
                        </dgm:choose>
                        <dgm:shape xmlns:r="http://schemas.openxmlformats.org/officeDocument/2006/relationships" r:blip="">
                          <dgm:adjLst/>
                        </dgm:shape>
                        <dgm:presOf/>
                        <dgm:constrLst/>
                        <dgm:ruleLst/>
                        <dgm:forEach name="Name37" ref="repeat"/>
                      </dgm:layoutNode>
                    </dgm:layoutNode>
                  </dgm:forEach>
                </dgm:forEach>
              </dgm:layoutNode>
            </dgm:layoutNode>
          </dgm:forEach>
        </dgm:forEach>
      </dgm:layoutNode>
    </dgm:layoutNode>
    <dgm:layoutNode name="bgShapesFlow">
      <dgm:choose name="Name38">
        <dgm:if name="Name39" func="var" arg="dir" op="equ" val="norm">
          <dgm:alg type="lin">
            <dgm:param type="linDir" val="fromL"/>
            <dgm:param type="nodeVertAlign" val="mid"/>
            <dgm:param type="vertAlign" val="mid"/>
            <dgm:param type="nodeHorzAlign" val="l"/>
            <dgm:param type="horzAlign" val="l"/>
          </dgm:alg>
        </dgm:if>
        <dgm:else name="Name40">
          <dgm:alg type="lin">
            <dgm:param type="linDir" val="fromR"/>
            <dgm:param type="nodeVertAlign" val="mid"/>
            <dgm:param type="vertAlign" val="mid"/>
            <dgm:param type="nodeHorzAlign" val="r"/>
            <dgm:param type="horzAlign" val="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rectComp" refType="w"/>
        <dgm:constr type="h" for="ch" forName="rectComp" refType="h"/>
        <dgm:constr type="h" for="des" forName="bgRect" refType="h"/>
        <dgm:constr type="primFontSz" for="des" forName="bgRectTx" op="equ" val="65"/>
      </dgm:constrLst>
      <dgm:ruleLst/>
      <dgm:forEach name="Name41" axis="ch" ptType="node" st="2">
        <dgm:layoutNode name="rectComp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userA"/>
            <dgm:constr type="l" for="ch" forName="bgRect"/>
            <dgm:constr type="t" for="ch" forName="bgRect"/>
            <dgm:constr type="w" for="ch" forName="bgRect" refType="userA" fact="1.2"/>
            <dgm:constr type="l" for="ch" forName="bgRectTx"/>
            <dgm:constr type="t" for="ch" forName="bgRectTx"/>
            <dgm:constr type="h" for="ch" forName="bgRectTx" refType="h" refFor="ch" refForName="bgRect" fact="0.3"/>
            <dgm:constr type="w" for="ch" forName="bgRectTx" refType="w" refFor="ch" refForName="bgRect" op="equ"/>
          </dgm:constrLst>
          <dgm:ruleLst/>
          <dgm:layoutNode name="bgRect" styleLbl="bgShp">
            <dgm:alg type="sp"/>
            <dgm:shape xmlns:r="http://schemas.openxmlformats.org/officeDocument/2006/relationships" type="roundRect" r:blip="" zOrderOff="-999">
              <dgm:adjLst>
                <dgm:adj idx="1" val="0.1"/>
              </dgm:adjLst>
            </dgm:shape>
            <dgm:presOf axis="desOrSelf" ptType="node"/>
            <dgm:constrLst/>
            <dgm:ruleLst/>
          </dgm:layoutNode>
          <dgm:layoutNode name="bgRectTx" styleLbl="bgShp">
            <dgm:varLst>
              <dgm:bulletEnabled val="1"/>
            </dgm:varLst>
            <dgm:alg type="tx"/>
            <dgm:shape xmlns:r="http://schemas.openxmlformats.org/officeDocument/2006/relationships" type="rect" r:blip="" zOrderOff="-999" hideGeom="1">
              <dgm:adjLst/>
            </dgm:shape>
            <dgm:presOf axis="desOrSelf" ptType="node"/>
            <dgm:constrLst/>
            <dgm:ruleLst>
              <dgm:rule type="primFontSz" val="5" fact="NaN" max="NaN"/>
            </dgm:ruleLst>
          </dgm:layoutNode>
        </dgm:layoutNode>
        <dgm:choose name="Name42">
          <dgm:if name="Name43" axis="self" ptType="node" func="revPos" op="gte" val="2">
            <dgm:layoutNode name="spComp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userA"/>
                <dgm:constr type="userB"/>
                <dgm:constr type="l" for="ch" forName="hSp"/>
                <dgm:constr type="t" for="ch" forName="hSp"/>
                <dgm:constr type="w" for="ch" forName="hSp" refType="userB"/>
                <dgm:constr type="wOff" for="ch" forName="hSp" refType="userA" fact="-0.2"/>
              </dgm:constrLst>
              <dgm:ruleLst/>
              <dgm:layoutNode name="hSp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44"/>
        </dgm:choose>
      </dgm:forEach>
    </dgm:layoutNod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4CF79AC-CDC2-C34E-AE4A-9947F9130246}" type="datetimeFigureOut">
              <a:rPr lang="ru-RU" smtClean="0"/>
              <a:t>13.12.2025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A7AFFEF-1CBD-ED4C-B2BD-F4AD3B908D1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957574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A7AFFEF-1CBD-ED4C-B2BD-F4AD3B908D1D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3816839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A7AFFEF-1CBD-ED4C-B2BD-F4AD3B908D1D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4737269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A7AFFEF-1CBD-ED4C-B2BD-F4AD3B908D1D}" type="slidenum">
              <a:rPr lang="ru-RU" smtClean="0"/>
              <a:t>18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604100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A7AFFEF-1CBD-ED4C-B2BD-F4AD3B908D1D}" type="slidenum">
              <a:rPr lang="ru-RU" smtClean="0"/>
              <a:t>22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9729798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7AFFEF-1CBD-ED4C-B2BD-F4AD3B908D1D}" type="slidenum">
              <a:rPr lang="ru-RU" smtClean="0"/>
              <a:t>27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068812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19E030-B8F4-4228-BDCD-1133BA8981D0}" type="datetimeFigureOut">
              <a:rPr lang="ru-RU" smtClean="0"/>
              <a:t>13.12.2025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DDC6E0-C52D-4871-981F-0F42D52E08B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204552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19E030-B8F4-4228-BDCD-1133BA8981D0}" type="datetimeFigureOut">
              <a:rPr lang="ru-RU" smtClean="0"/>
              <a:t>13.12.2025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DDC6E0-C52D-4871-981F-0F42D52E08B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744633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19E030-B8F4-4228-BDCD-1133BA8981D0}" type="datetimeFigureOut">
              <a:rPr lang="ru-RU" smtClean="0"/>
              <a:t>13.12.2025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DDC6E0-C52D-4871-981F-0F42D52E08B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918892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19E030-B8F4-4228-BDCD-1133BA8981D0}" type="datetimeFigureOut">
              <a:rPr lang="ru-RU" smtClean="0"/>
              <a:t>13.12.2025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DDC6E0-C52D-4871-981F-0F42D52E08B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506367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19E030-B8F4-4228-BDCD-1133BA8981D0}" type="datetimeFigureOut">
              <a:rPr lang="ru-RU" smtClean="0"/>
              <a:t>13.12.2025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DDC6E0-C52D-4871-981F-0F42D52E08B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189111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19E030-B8F4-4228-BDCD-1133BA8981D0}" type="datetimeFigureOut">
              <a:rPr lang="ru-RU" smtClean="0"/>
              <a:t>13.12.2025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DDC6E0-C52D-4871-981F-0F42D52E08B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636547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19E030-B8F4-4228-BDCD-1133BA8981D0}" type="datetimeFigureOut">
              <a:rPr lang="ru-RU" smtClean="0"/>
              <a:t>13.12.2025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DDC6E0-C52D-4871-981F-0F42D52E08B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194450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19E030-B8F4-4228-BDCD-1133BA8981D0}" type="datetimeFigureOut">
              <a:rPr lang="ru-RU" smtClean="0"/>
              <a:t>13.12.2025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DDC6E0-C52D-4871-981F-0F42D52E08B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943872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19E030-B8F4-4228-BDCD-1133BA8981D0}" type="datetimeFigureOut">
              <a:rPr lang="ru-RU" smtClean="0"/>
              <a:t>13.12.2025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DDC6E0-C52D-4871-981F-0F42D52E08B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008259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19E030-B8F4-4228-BDCD-1133BA8981D0}" type="datetimeFigureOut">
              <a:rPr lang="ru-RU" smtClean="0"/>
              <a:t>13.12.2025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DDC6E0-C52D-4871-981F-0F42D52E08B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473686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19E030-B8F4-4228-BDCD-1133BA8981D0}" type="datetimeFigureOut">
              <a:rPr lang="ru-RU" smtClean="0"/>
              <a:t>13.12.2025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DDC6E0-C52D-4871-981F-0F42D52E08B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554527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  <a:alpha val="88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19E030-B8F4-4228-BDCD-1133BA8981D0}" type="datetimeFigureOut">
              <a:rPr lang="ru-RU" smtClean="0"/>
              <a:t>13.12.2025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DDC6E0-C52D-4871-981F-0F42D52E08B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035277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35" r:id="rId1"/>
    <p:sldLayoutId id="2147484036" r:id="rId2"/>
    <p:sldLayoutId id="2147484037" r:id="rId3"/>
    <p:sldLayoutId id="2147484038" r:id="rId4"/>
    <p:sldLayoutId id="2147484039" r:id="rId5"/>
    <p:sldLayoutId id="2147484040" r:id="rId6"/>
    <p:sldLayoutId id="2147484041" r:id="rId7"/>
    <p:sldLayoutId id="2147484042" r:id="rId8"/>
    <p:sldLayoutId id="2147484043" r:id="rId9"/>
    <p:sldLayoutId id="2147484044" r:id="rId10"/>
    <p:sldLayoutId id="214748404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7" Type="http://schemas.openxmlformats.org/officeDocument/2006/relationships/image" Target="../media/image3.png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google.com/spreadsheets/d/15gV6JiRdzTujndBQlifWaqutoXlPT6jUp8jNoip4jJY/edit?usp=sharing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google.com/document/d/1hK-mMtQp365Yv6wdsQ9_P4913gHRGZps/edit" TargetMode="External"/><Relationship Id="rId2" Type="http://schemas.openxmlformats.org/officeDocument/2006/relationships/hyperlink" Target="https://www.youtube.com/watch?v=1UkSP5AXqA0&amp;feature=youtu.be" TargetMode="Externa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hyperlink" Target="https://forms.gle/GiN4DB38eUG6piKE9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762AFED-F0EC-D3DD-17AE-0D8B0CD9B6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57812" y="4383828"/>
            <a:ext cx="6834188" cy="1328738"/>
          </a:xfrm>
          <a:solidFill>
            <a:schemeClr val="bg1">
              <a:lumMod val="95000"/>
              <a:alpha val="85000"/>
            </a:schemeClr>
          </a:solidFill>
        </p:spPr>
        <p:txBody>
          <a:bodyPr>
            <a:noAutofit/>
          </a:bodyPr>
          <a:lstStyle/>
          <a:p>
            <a:pPr algn="ctr"/>
            <a:r>
              <a:rPr lang="ru-RU" b="1" dirty="0"/>
              <a:t>Социальная история</a:t>
            </a:r>
            <a:br>
              <a:rPr lang="ru-RU" b="1" dirty="0"/>
            </a:br>
            <a:r>
              <a:rPr lang="ru-RU" b="1" dirty="0"/>
              <a:t>проекты / НИР</a:t>
            </a:r>
          </a:p>
        </p:txBody>
      </p:sp>
    </p:spTree>
    <p:extLst>
      <p:ext uri="{BB962C8B-B14F-4D97-AF65-F5344CB8AC3E}">
        <p14:creationId xmlns:p14="http://schemas.microsoft.com/office/powerpoint/2010/main" val="4235104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8A0D9C5-C7BE-F120-B31D-228E816A15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65701"/>
            <a:ext cx="10515600" cy="2852737"/>
          </a:xfrm>
          <a:noFill/>
          <a:ln>
            <a:noFill/>
          </a:ln>
        </p:spPr>
        <p:txBody>
          <a:bodyPr>
            <a:normAutofit/>
          </a:bodyPr>
          <a:lstStyle/>
          <a:p>
            <a:r>
              <a:rPr lang="en-US" sz="4800" b="1" dirty="0">
                <a:solidFill>
                  <a:srgbClr val="00B050"/>
                </a:solidFill>
                <a:latin typeface="arial" panose="020B0604020202020204" pitchFamily="34" charset="0"/>
              </a:rPr>
              <a:t>I</a:t>
            </a:r>
            <a:r>
              <a:rPr lang="ru-RU" sz="4800" b="1" dirty="0">
                <a:solidFill>
                  <a:srgbClr val="00B050"/>
                </a:solidFill>
                <a:latin typeface="arial" panose="020B0604020202020204" pitchFamily="34" charset="0"/>
              </a:rPr>
              <a:t>. Общая информация. </a:t>
            </a:r>
            <a:br>
              <a:rPr lang="ru-RU" sz="4800" b="1" dirty="0">
                <a:solidFill>
                  <a:srgbClr val="00B050"/>
                </a:solidFill>
                <a:latin typeface="arial" panose="020B0604020202020204" pitchFamily="34" charset="0"/>
              </a:rPr>
            </a:br>
            <a:r>
              <a:rPr lang="ru-RU" sz="4800" b="1" dirty="0">
                <a:solidFill>
                  <a:srgbClr val="00B050"/>
                </a:solidFill>
                <a:latin typeface="arial" panose="020B0604020202020204" pitchFamily="34" charset="0"/>
              </a:rPr>
              <a:t>Виды заданий</a:t>
            </a:r>
            <a:endParaRPr lang="ru-RU" sz="4800" b="1" i="1" dirty="0">
              <a:solidFill>
                <a:srgbClr val="00B0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359768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8A0D9C5-C7BE-F120-B31D-228E816A15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65701"/>
            <a:ext cx="10515600" cy="2852737"/>
          </a:xfrm>
          <a:noFill/>
          <a:ln>
            <a:noFill/>
          </a:ln>
        </p:spPr>
        <p:txBody>
          <a:bodyPr>
            <a:normAutofit/>
          </a:bodyPr>
          <a:lstStyle/>
          <a:p>
            <a:r>
              <a:rPr lang="ru-RU" sz="4800" b="1" dirty="0">
                <a:solidFill>
                  <a:srgbClr val="00B050"/>
                </a:solidFill>
                <a:latin typeface="arial" panose="020B0604020202020204" pitchFamily="34" charset="0"/>
              </a:rPr>
              <a:t>Проекты</a:t>
            </a:r>
            <a:endParaRPr lang="ru-RU" sz="4800" b="1" i="1" dirty="0">
              <a:solidFill>
                <a:srgbClr val="00B0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48096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Схема 2">
            <a:extLst>
              <a:ext uri="{FF2B5EF4-FFF2-40B4-BE49-F238E27FC236}">
                <a16:creationId xmlns:a16="http://schemas.microsoft.com/office/drawing/2014/main" id="{3F9070D6-91CE-B4F9-4D5E-3308381EB9C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93168136"/>
              </p:ext>
            </p:extLst>
          </p:nvPr>
        </p:nvGraphicFramePr>
        <p:xfrm>
          <a:off x="457201" y="358628"/>
          <a:ext cx="10663910" cy="579355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245377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8A0D9C5-C7BE-F120-B31D-228E816A15C6}"/>
              </a:ext>
            </a:extLst>
          </p:cNvPr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</p:spPr>
        <p:txBody>
          <a:bodyPr>
            <a:normAutofit/>
          </a:bodyPr>
          <a:lstStyle/>
          <a:p>
            <a:r>
              <a:rPr lang="ru-RU" sz="4800" b="1" dirty="0">
                <a:solidFill>
                  <a:srgbClr val="00B050"/>
                </a:solidFill>
                <a:latin typeface="arial" panose="020B0604020202020204" pitchFamily="34" charset="0"/>
              </a:rPr>
              <a:t>1. Коллективные проекты</a:t>
            </a:r>
            <a:endParaRPr lang="ru-RU" sz="4800" b="1" i="1" dirty="0">
              <a:solidFill>
                <a:srgbClr val="00B0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33221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>
                <a:solidFill>
                  <a:srgbClr val="92D050"/>
                </a:solidFill>
                <a:latin typeface="arial" panose="020B0604020202020204" pitchFamily="34" charset="0"/>
              </a:rPr>
              <a:t>Коллективные проекты</a:t>
            </a:r>
            <a:endParaRPr lang="ru-RU" dirty="0">
              <a:solidFill>
                <a:srgbClr val="92D050"/>
              </a:solidFill>
            </a:endParaRPr>
          </a:p>
        </p:txBody>
      </p:sp>
      <p:sp>
        <p:nvSpPr>
          <p:cNvPr id="8" name="Объект 7"/>
          <p:cNvSpPr>
            <a:spLocks noGrp="1"/>
          </p:cNvSpPr>
          <p:nvPr>
            <p:ph idx="1"/>
          </p:nvPr>
        </p:nvSpPr>
        <p:spPr>
          <a:xfrm>
            <a:off x="838200" y="1385455"/>
            <a:ext cx="10515600" cy="4791508"/>
          </a:xfrm>
        </p:spPr>
        <p:txBody>
          <a:bodyPr>
            <a:normAutofit fontScale="77500" lnSpcReduction="20000"/>
          </a:bodyPr>
          <a:lstStyle/>
          <a:p>
            <a:r>
              <a:rPr lang="ru-RU" dirty="0"/>
              <a:t>Работа над коллективными проектами осуществляется под руководством преподавателей </a:t>
            </a:r>
            <a:r>
              <a:rPr lang="ru-RU" dirty="0" err="1"/>
              <a:t>ЦСиГН</a:t>
            </a:r>
            <a:endParaRPr lang="ru-RU" dirty="0"/>
          </a:p>
          <a:p>
            <a:r>
              <a:rPr lang="ru-RU" dirty="0"/>
              <a:t>Студенты могли выбрать любой проект</a:t>
            </a:r>
          </a:p>
          <a:p>
            <a:r>
              <a:rPr lang="ru-RU" dirty="0"/>
              <a:t>Сбор заявок на участие в коллективных проектах происходил на конкурсной основе путем заполнения </a:t>
            </a:r>
            <a:r>
              <a:rPr lang="ru-RU" dirty="0" err="1"/>
              <a:t>гугл</a:t>
            </a:r>
            <a:r>
              <a:rPr lang="ru-RU" dirty="0"/>
              <a:t>. формы до 16 ноября. Каждый из подавших заявку должен был получить ответ на почту о том, приняли ли его в проект или нет</a:t>
            </a:r>
          </a:p>
          <a:p>
            <a:r>
              <a:rPr lang="ru-RU" dirty="0"/>
              <a:t>Дедлайны и отчетность у каждого коллективного проекта свои</a:t>
            </a:r>
          </a:p>
          <a:p>
            <a:r>
              <a:rPr lang="ru-RU" dirty="0"/>
              <a:t>В конце второго семестра все преподаватели сообщают практикам баллы студентов за участие в проекте. Таким образом, если вы попали в проект к другому преподавателю, а не преподавателю своих практик, баллы за проект вам все равно будут выставлены</a:t>
            </a:r>
          </a:p>
          <a:p>
            <a:r>
              <a:rPr lang="ru-RU" dirty="0"/>
              <a:t>Если вы хотели попасть в какой-то проект, но не попали, имейте ввиду, что будут донаборы. Следите за информацией в чатах в </a:t>
            </a:r>
            <a:r>
              <a:rPr lang="ru-RU" dirty="0" err="1"/>
              <a:t>телеграме</a:t>
            </a:r>
            <a:r>
              <a:rPr lang="ru-RU" dirty="0"/>
              <a:t> и будьте инициативны</a:t>
            </a:r>
          </a:p>
          <a:p>
            <a:r>
              <a:rPr lang="ru-RU" dirty="0"/>
              <a:t>Более подробную информацию о коллективных проектах вы можете узнать здесь: </a:t>
            </a:r>
            <a:r>
              <a:rPr lang="ro-RO" dirty="0" err="1"/>
              <a:t>https</a:t>
            </a:r>
            <a:r>
              <a:rPr lang="ro-RO" dirty="0"/>
              <a:t>://</a:t>
            </a:r>
            <a:r>
              <a:rPr lang="ro-RO" dirty="0" err="1"/>
              <a:t>vk.com</a:t>
            </a:r>
            <a:r>
              <a:rPr lang="ro-RO" dirty="0"/>
              <a:t>/video-173643328_456239095?list=ln-MAGkygFsKEojT7eMFp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621573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8A0D9C5-C7BE-F120-B31D-228E816A15C6}"/>
              </a:ext>
            </a:extLst>
          </p:cNvPr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</p:spPr>
        <p:txBody>
          <a:bodyPr>
            <a:normAutofit/>
          </a:bodyPr>
          <a:lstStyle/>
          <a:p>
            <a:r>
              <a:rPr lang="ru-RU" sz="4800" b="1" dirty="0">
                <a:solidFill>
                  <a:srgbClr val="00B050"/>
                </a:solidFill>
                <a:latin typeface="arial" panose="020B0604020202020204" pitchFamily="34" charset="0"/>
              </a:rPr>
              <a:t>2. Проекты в мини-группах</a:t>
            </a:r>
            <a:endParaRPr lang="ru-RU" sz="4800" b="1" i="1" dirty="0">
              <a:solidFill>
                <a:srgbClr val="00B0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52451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>
                <a:solidFill>
                  <a:srgbClr val="92D050"/>
                </a:solidFill>
                <a:latin typeface="arial" panose="020B0604020202020204" pitchFamily="34" charset="0"/>
              </a:rPr>
              <a:t>Проекты в мини-группах</a:t>
            </a:r>
            <a:endParaRPr lang="ru-RU" dirty="0">
              <a:solidFill>
                <a:srgbClr val="92D050"/>
              </a:solidFill>
            </a:endParaRPr>
          </a:p>
        </p:txBody>
      </p:sp>
      <p:sp>
        <p:nvSpPr>
          <p:cNvPr id="8" name="Объект 7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791508"/>
          </a:xfrm>
        </p:spPr>
        <p:txBody>
          <a:bodyPr>
            <a:normAutofit/>
          </a:bodyPr>
          <a:lstStyle/>
          <a:p>
            <a:r>
              <a:rPr lang="ru-RU" dirty="0"/>
              <a:t>Работа над проектами в мини-группах осуществляется под руководством ваших преподавателей практики </a:t>
            </a:r>
          </a:p>
          <a:p>
            <a:r>
              <a:rPr lang="ru-RU" dirty="0"/>
              <a:t>Студенты могли предложить любой проект</a:t>
            </a:r>
          </a:p>
          <a:p>
            <a:r>
              <a:rPr lang="ru-RU" dirty="0"/>
              <a:t>Сбор заявок на участие в проектах в мини-группах происходил путем заполнения </a:t>
            </a:r>
            <a:r>
              <a:rPr lang="ru-RU" dirty="0" err="1"/>
              <a:t>гугл</a:t>
            </a:r>
            <a:r>
              <a:rPr lang="ru-RU" dirty="0"/>
              <a:t>. формы до 16 ноября</a:t>
            </a:r>
          </a:p>
          <a:p>
            <a:r>
              <a:rPr lang="ru-RU" dirty="0"/>
              <a:t>Утверждение тем проектов происходило на встрече 13 декабря</a:t>
            </a:r>
          </a:p>
        </p:txBody>
      </p:sp>
    </p:spTree>
    <p:extLst>
      <p:ext uri="{BB962C8B-B14F-4D97-AF65-F5344CB8AC3E}">
        <p14:creationId xmlns:p14="http://schemas.microsoft.com/office/powerpoint/2010/main" val="3242472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299892"/>
            <a:ext cx="10515600" cy="1325563"/>
          </a:xfrm>
        </p:spPr>
        <p:txBody>
          <a:bodyPr>
            <a:noAutofit/>
          </a:bodyPr>
          <a:lstStyle/>
          <a:p>
            <a:r>
              <a:rPr lang="ru-RU" sz="3200" b="1" dirty="0">
                <a:solidFill>
                  <a:srgbClr val="92D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Этапы выполнения работы над индивидуальным проектом и проектом в мини-группах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15636" y="1529486"/>
            <a:ext cx="11582400" cy="500538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1600" b="1" dirty="0"/>
              <a:t>Подготовительный</a:t>
            </a:r>
            <a:r>
              <a:rPr lang="en-US" sz="1600" b="1" dirty="0"/>
              <a:t> </a:t>
            </a:r>
            <a:r>
              <a:rPr lang="ru-RU" sz="1600" b="1" dirty="0"/>
              <a:t>этап работы в 1-м семестре: 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ru-RU" sz="1600" dirty="0"/>
              <a:t>Выбрать темы и подготовить развернутый план работы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ru-RU" sz="1600" dirty="0"/>
              <a:t>Составить документ с:</a:t>
            </a:r>
          </a:p>
          <a:p>
            <a:pPr marL="0" indent="0">
              <a:buNone/>
            </a:pPr>
            <a:r>
              <a:rPr lang="ru-RU" sz="1600" dirty="0"/>
              <a:t>- аннотацией к проекту</a:t>
            </a:r>
          </a:p>
          <a:p>
            <a:pPr marL="0" indent="0">
              <a:buNone/>
            </a:pPr>
            <a:r>
              <a:rPr lang="ru-RU" sz="1600" dirty="0"/>
              <a:t>- целями и задачами, планом работы</a:t>
            </a:r>
          </a:p>
          <a:p>
            <a:pPr marL="0" indent="0">
              <a:buNone/>
            </a:pPr>
            <a:r>
              <a:rPr lang="ru-RU" sz="1600" dirty="0"/>
              <a:t>- списком источников, которые предполагается использовать, с краткой характеристикой, а также описание, где вы их можете найти (ссылки на онлайн-ресурсы, куда загружены эти тексты, указание на наличие этих работ в конкретных библиотеках города)</a:t>
            </a:r>
            <a:br>
              <a:rPr lang="ru-RU" sz="1600" dirty="0"/>
            </a:br>
            <a:r>
              <a:rPr lang="ru-RU" sz="1600" b="1" dirty="0"/>
              <a:t>Дедлайн 23 декабря. Отправлять итоговый документ в </a:t>
            </a:r>
            <a:r>
              <a:rPr lang="ru-RU" sz="1600" b="1" dirty="0" err="1"/>
              <a:t>гугл</a:t>
            </a:r>
            <a:r>
              <a:rPr lang="ru-RU" sz="1600" b="1" dirty="0"/>
              <a:t>. форму – см. последний слайд</a:t>
            </a:r>
            <a:br>
              <a:rPr lang="ru-RU" sz="1600" b="1" dirty="0"/>
            </a:br>
            <a:endParaRPr lang="ru-RU" sz="1600" b="1" dirty="0"/>
          </a:p>
          <a:p>
            <a:pPr marL="0" indent="0">
              <a:buNone/>
            </a:pPr>
            <a:r>
              <a:rPr lang="ru-RU" sz="1600" b="1" dirty="0"/>
              <a:t>Этапы работы во 2-м семестре:</a:t>
            </a:r>
          </a:p>
          <a:p>
            <a:r>
              <a:rPr lang="en-US" sz="1600" b="1" dirty="0"/>
              <a:t>I</a:t>
            </a:r>
            <a:r>
              <a:rPr lang="ru-RU" sz="1600" b="1" dirty="0"/>
              <a:t> этап:</a:t>
            </a:r>
            <a:br>
              <a:rPr lang="ru-RU" sz="1600" dirty="0"/>
            </a:br>
            <a:r>
              <a:rPr lang="ru-RU" sz="1600" b="1" dirty="0"/>
              <a:t>Дедлайн 10 марта</a:t>
            </a:r>
          </a:p>
          <a:p>
            <a:r>
              <a:rPr lang="en-US" sz="1600" b="1" dirty="0"/>
              <a:t>II </a:t>
            </a:r>
            <a:r>
              <a:rPr lang="ru-RU" sz="1600" b="1" dirty="0"/>
              <a:t>этап:</a:t>
            </a:r>
            <a:br>
              <a:rPr lang="ru-RU" sz="1600" dirty="0"/>
            </a:br>
            <a:r>
              <a:rPr lang="ru-RU" sz="1600" b="1" dirty="0"/>
              <a:t>Дедлайн 1 апреля</a:t>
            </a:r>
          </a:p>
          <a:p>
            <a:r>
              <a:rPr lang="en-US" sz="1600" b="1" dirty="0"/>
              <a:t>III </a:t>
            </a:r>
            <a:r>
              <a:rPr lang="ru-RU" sz="1600" b="1" dirty="0"/>
              <a:t>этап:</a:t>
            </a:r>
            <a:br>
              <a:rPr lang="ru-RU" sz="1600" dirty="0"/>
            </a:br>
            <a:r>
              <a:rPr lang="ru-RU" sz="1600" b="1" dirty="0"/>
              <a:t>Дедлайн 20 апреля</a:t>
            </a:r>
            <a:br>
              <a:rPr lang="ru-RU" sz="1600" b="1" dirty="0"/>
            </a:br>
            <a:br>
              <a:rPr lang="ru-RU" sz="1600" b="1" dirty="0">
                <a:solidFill>
                  <a:srgbClr val="FF0000"/>
                </a:solidFill>
              </a:rPr>
            </a:br>
            <a:r>
              <a:rPr lang="ru-RU" sz="1600" b="1" dirty="0">
                <a:solidFill>
                  <a:srgbClr val="FF0000"/>
                </a:solidFill>
              </a:rPr>
              <a:t>Максимум баллов невозможно набрать без поэтапного выполнения работы</a:t>
            </a:r>
          </a:p>
        </p:txBody>
      </p:sp>
    </p:spTree>
    <p:extLst>
      <p:ext uri="{BB962C8B-B14F-4D97-AF65-F5344CB8AC3E}">
        <p14:creationId xmlns:p14="http://schemas.microsoft.com/office/powerpoint/2010/main" val="16903669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8A0D9C5-C7BE-F120-B31D-228E816A15C6}"/>
              </a:ext>
            </a:extLst>
          </p:cNvPr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</p:spPr>
        <p:txBody>
          <a:bodyPr>
            <a:normAutofit/>
          </a:bodyPr>
          <a:lstStyle/>
          <a:p>
            <a:r>
              <a:rPr lang="ru-RU" sz="4800" b="1" dirty="0">
                <a:solidFill>
                  <a:srgbClr val="00B050"/>
                </a:solidFill>
                <a:latin typeface="arial" panose="020B0604020202020204" pitchFamily="34" charset="0"/>
              </a:rPr>
              <a:t>3. Индивидуальные проекты</a:t>
            </a:r>
            <a:endParaRPr lang="ru-RU" sz="4800" b="1" i="1" dirty="0">
              <a:solidFill>
                <a:srgbClr val="00B0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48395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>
                <a:solidFill>
                  <a:srgbClr val="92D050"/>
                </a:solidFill>
                <a:latin typeface="arial" panose="020B0604020202020204" pitchFamily="34" charset="0"/>
              </a:rPr>
              <a:t>Индивидуальные проекты</a:t>
            </a:r>
            <a:endParaRPr lang="ru-RU" dirty="0">
              <a:solidFill>
                <a:srgbClr val="92D050"/>
              </a:solidFill>
            </a:endParaRPr>
          </a:p>
        </p:txBody>
      </p:sp>
      <p:sp>
        <p:nvSpPr>
          <p:cNvPr id="8" name="Объект 7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791508"/>
          </a:xfrm>
        </p:spPr>
        <p:txBody>
          <a:bodyPr>
            <a:normAutofit/>
          </a:bodyPr>
          <a:lstStyle/>
          <a:p>
            <a:r>
              <a:rPr lang="ru-RU" dirty="0"/>
              <a:t>Работа над индивидуальными проектами осуществляется под руководством ваших преподавателей практики </a:t>
            </a:r>
          </a:p>
          <a:p>
            <a:r>
              <a:rPr lang="ru-RU" dirty="0"/>
              <a:t>Студенты могли предложить любой проект</a:t>
            </a:r>
          </a:p>
          <a:p>
            <a:r>
              <a:rPr lang="ru-RU" dirty="0"/>
              <a:t>Сбор заявок на участие в индивидуальных проектах происходил путем заполнения </a:t>
            </a:r>
            <a:r>
              <a:rPr lang="ru-RU" dirty="0" err="1"/>
              <a:t>гугл</a:t>
            </a:r>
            <a:r>
              <a:rPr lang="ru-RU" dirty="0"/>
              <a:t>. формы до 16 ноября</a:t>
            </a:r>
          </a:p>
          <a:p>
            <a:r>
              <a:rPr lang="ru-RU" dirty="0"/>
              <a:t>Утверждение тем проектов происходило на встрече 13 декабря</a:t>
            </a:r>
          </a:p>
        </p:txBody>
      </p:sp>
    </p:spTree>
    <p:extLst>
      <p:ext uri="{BB962C8B-B14F-4D97-AF65-F5344CB8AC3E}">
        <p14:creationId xmlns:p14="http://schemas.microsoft.com/office/powerpoint/2010/main" val="23231545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299892"/>
            <a:ext cx="10515600" cy="1325563"/>
          </a:xfrm>
        </p:spPr>
        <p:txBody>
          <a:bodyPr>
            <a:noAutofit/>
          </a:bodyPr>
          <a:lstStyle/>
          <a:p>
            <a:r>
              <a:rPr lang="ru-RU" sz="3200" b="1" dirty="0">
                <a:solidFill>
                  <a:srgbClr val="92D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Этапы выполнения работы над индивидуальным проектом и проектом в мини-группах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15636" y="1529486"/>
            <a:ext cx="11582400" cy="500538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1600" b="1" dirty="0"/>
              <a:t>Подготовительный</a:t>
            </a:r>
            <a:r>
              <a:rPr lang="en-US" sz="1600" b="1" dirty="0"/>
              <a:t> </a:t>
            </a:r>
            <a:r>
              <a:rPr lang="ru-RU" sz="1600" b="1" dirty="0"/>
              <a:t>этап работы в 1-м семестре: 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ru-RU" sz="1600" dirty="0"/>
              <a:t>Выбрать темы и подготовить развернутый план работы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ru-RU" sz="1600" dirty="0"/>
              <a:t>Составить документ с:</a:t>
            </a:r>
          </a:p>
          <a:p>
            <a:pPr marL="0" indent="0">
              <a:buNone/>
            </a:pPr>
            <a:r>
              <a:rPr lang="ru-RU" sz="1600" dirty="0"/>
              <a:t>- аннотацией к проекту</a:t>
            </a:r>
          </a:p>
          <a:p>
            <a:pPr marL="0" indent="0">
              <a:buNone/>
            </a:pPr>
            <a:r>
              <a:rPr lang="ru-RU" sz="1600" dirty="0"/>
              <a:t>- целями и задачами, планом работы</a:t>
            </a:r>
          </a:p>
          <a:p>
            <a:pPr marL="0" indent="0">
              <a:buNone/>
            </a:pPr>
            <a:r>
              <a:rPr lang="ru-RU" sz="1600" dirty="0"/>
              <a:t>- списком источников, которые предполагается использовать, с краткой характеристикой, а также описание, где вы их можете найти (ссылки на онлайн-ресурсы, куда загружены эти тексты, указание на наличие этих работ в конкретных библиотеках города)</a:t>
            </a:r>
            <a:br>
              <a:rPr lang="ru-RU" sz="1600" dirty="0"/>
            </a:br>
            <a:r>
              <a:rPr lang="ru-RU" sz="1600" b="1" dirty="0"/>
              <a:t>Дедлайн 23 декабря. Отправлять итоговый документ в </a:t>
            </a:r>
            <a:r>
              <a:rPr lang="ru-RU" sz="1600" b="1" dirty="0" err="1"/>
              <a:t>гугл</a:t>
            </a:r>
            <a:r>
              <a:rPr lang="ru-RU" sz="1600" b="1" dirty="0"/>
              <a:t>. форму – см. последний слайд</a:t>
            </a:r>
            <a:br>
              <a:rPr lang="ru-RU" sz="1600" b="1" dirty="0"/>
            </a:br>
            <a:endParaRPr lang="ru-RU" sz="1600" b="1" dirty="0"/>
          </a:p>
          <a:p>
            <a:pPr marL="0" indent="0">
              <a:buNone/>
            </a:pPr>
            <a:r>
              <a:rPr lang="ru-RU" sz="1600" b="1" dirty="0"/>
              <a:t>Этапы работы во 2-м семестре:</a:t>
            </a:r>
          </a:p>
          <a:p>
            <a:r>
              <a:rPr lang="en-US" sz="1600" b="1" dirty="0"/>
              <a:t>I</a:t>
            </a:r>
            <a:r>
              <a:rPr lang="ru-RU" sz="1600" b="1" dirty="0"/>
              <a:t> этап:</a:t>
            </a:r>
            <a:br>
              <a:rPr lang="ru-RU" sz="1600" dirty="0"/>
            </a:br>
            <a:r>
              <a:rPr lang="ru-RU" sz="1600" b="1" dirty="0"/>
              <a:t>Дедлайн 10 марта</a:t>
            </a:r>
          </a:p>
          <a:p>
            <a:r>
              <a:rPr lang="en-US" sz="1600" b="1" dirty="0"/>
              <a:t>II </a:t>
            </a:r>
            <a:r>
              <a:rPr lang="ru-RU" sz="1600" b="1" dirty="0"/>
              <a:t>этап:</a:t>
            </a:r>
            <a:br>
              <a:rPr lang="ru-RU" sz="1600" dirty="0"/>
            </a:br>
            <a:r>
              <a:rPr lang="ru-RU" sz="1600" b="1" dirty="0"/>
              <a:t>Дедлайн 1 апреля</a:t>
            </a:r>
          </a:p>
          <a:p>
            <a:r>
              <a:rPr lang="en-US" sz="1600" b="1" dirty="0"/>
              <a:t>III </a:t>
            </a:r>
            <a:r>
              <a:rPr lang="ru-RU" sz="1600" b="1" dirty="0"/>
              <a:t>этап:</a:t>
            </a:r>
            <a:br>
              <a:rPr lang="ru-RU" sz="1600" dirty="0"/>
            </a:br>
            <a:r>
              <a:rPr lang="ru-RU" sz="1600" b="1" dirty="0"/>
              <a:t>Дедлайн 20 апреля</a:t>
            </a:r>
            <a:br>
              <a:rPr lang="ru-RU" sz="1600" b="1" dirty="0"/>
            </a:br>
            <a:br>
              <a:rPr lang="ru-RU" sz="1600" b="1" dirty="0">
                <a:solidFill>
                  <a:srgbClr val="FF0000"/>
                </a:solidFill>
              </a:rPr>
            </a:br>
            <a:r>
              <a:rPr lang="ru-RU" sz="1600" b="1" dirty="0">
                <a:solidFill>
                  <a:srgbClr val="FF0000"/>
                </a:solidFill>
              </a:rPr>
              <a:t>Максимум баллов невозможно набрать без поэтапного выполнения работы</a:t>
            </a:r>
          </a:p>
        </p:txBody>
      </p:sp>
    </p:spTree>
    <p:extLst>
      <p:ext uri="{BB962C8B-B14F-4D97-AF65-F5344CB8AC3E}">
        <p14:creationId xmlns:p14="http://schemas.microsoft.com/office/powerpoint/2010/main" val="20584710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8A0D9C5-C7BE-F120-B31D-228E816A15C6}"/>
              </a:ext>
            </a:extLst>
          </p:cNvPr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</p:spPr>
        <p:txBody>
          <a:bodyPr>
            <a:normAutofit/>
          </a:bodyPr>
          <a:lstStyle/>
          <a:p>
            <a:r>
              <a:rPr lang="ru-RU" sz="4800" b="1" dirty="0">
                <a:solidFill>
                  <a:srgbClr val="00B050"/>
                </a:solidFill>
                <a:latin typeface="arial" panose="020B0604020202020204" pitchFamily="34" charset="0"/>
              </a:rPr>
              <a:t>4*. Видео-экскурсия</a:t>
            </a:r>
            <a:endParaRPr lang="ru-RU" sz="4800" b="1" i="1" dirty="0">
              <a:solidFill>
                <a:srgbClr val="00B0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35498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>
                <a:solidFill>
                  <a:srgbClr val="92D050"/>
                </a:solidFill>
                <a:latin typeface="arial" panose="020B0604020202020204" pitchFamily="34" charset="0"/>
              </a:rPr>
              <a:t>Видео-экскурсия</a:t>
            </a:r>
            <a:endParaRPr lang="ru-RU" dirty="0">
              <a:solidFill>
                <a:srgbClr val="92D050"/>
              </a:solidFill>
            </a:endParaRPr>
          </a:p>
        </p:txBody>
      </p:sp>
      <p:sp>
        <p:nvSpPr>
          <p:cNvPr id="8" name="Объект 7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791508"/>
          </a:xfrm>
        </p:spPr>
        <p:txBody>
          <a:bodyPr>
            <a:normAutofit/>
          </a:bodyPr>
          <a:lstStyle/>
          <a:p>
            <a:r>
              <a:rPr lang="ru-RU" dirty="0"/>
              <a:t>Работа над видео-экскурсией является разновидностью индивидуального проекта и проекта в мини-группах</a:t>
            </a:r>
          </a:p>
          <a:p>
            <a:r>
              <a:rPr lang="ru-RU" dirty="0"/>
              <a:t>Работа над видео-экскурсией осуществляется под руководством вашего преподавателя практики </a:t>
            </a:r>
          </a:p>
          <a:p>
            <a:r>
              <a:rPr lang="ru-RU" dirty="0"/>
              <a:t>Студенты могли предложить любую тему экскурсии, но она должна быть согласована с преподавателем</a:t>
            </a:r>
          </a:p>
        </p:txBody>
      </p:sp>
    </p:spTree>
    <p:extLst>
      <p:ext uri="{BB962C8B-B14F-4D97-AF65-F5344CB8AC3E}">
        <p14:creationId xmlns:p14="http://schemas.microsoft.com/office/powerpoint/2010/main" val="29086820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39281" y="-781728"/>
            <a:ext cx="6902823" cy="1657685"/>
          </a:xfrm>
        </p:spPr>
        <p:txBody>
          <a:bodyPr>
            <a:normAutofit/>
          </a:bodyPr>
          <a:lstStyle/>
          <a:p>
            <a:pPr algn="ctr"/>
            <a:r>
              <a:rPr lang="ru-RU" sz="4800" b="1" dirty="0">
                <a:solidFill>
                  <a:srgbClr val="FFC000"/>
                </a:solidFill>
                <a:latin typeface="arial" panose="020B0604020202020204" pitchFamily="34" charset="0"/>
              </a:rPr>
              <a:t>							</a:t>
            </a:r>
            <a:r>
              <a:rPr lang="ru-RU" sz="4800" b="1" dirty="0">
                <a:solidFill>
                  <a:srgbClr val="92D050"/>
                </a:solidFill>
                <a:latin typeface="arial" panose="020B0604020202020204" pitchFamily="34" charset="0"/>
              </a:rPr>
              <a:t>Видео-экскурсия</a:t>
            </a:r>
            <a:endParaRPr lang="da-DK" sz="4800" b="1" dirty="0">
              <a:solidFill>
                <a:srgbClr val="92D050"/>
              </a:solidFill>
              <a:latin typeface="arial" panose="020B0604020202020204" pitchFamily="34" charset="0"/>
            </a:endParaRPr>
          </a:p>
        </p:txBody>
      </p:sp>
      <p:graphicFrame>
        <p:nvGraphicFramePr>
          <p:cNvPr id="5" name="Объект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02898398"/>
              </p:ext>
            </p:extLst>
          </p:nvPr>
        </p:nvGraphicFramePr>
        <p:xfrm>
          <a:off x="-646806" y="1366253"/>
          <a:ext cx="14024368" cy="514538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7" name="Рисунок 6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6757" y="157269"/>
            <a:ext cx="710285" cy="718688"/>
          </a:xfrm>
          <a:prstGeom prst="rect">
            <a:avLst/>
          </a:prstGeom>
        </p:spPr>
      </p:pic>
      <p:sp>
        <p:nvSpPr>
          <p:cNvPr id="3" name="Прямоугольник 2"/>
          <p:cNvSpPr/>
          <p:nvPr/>
        </p:nvSpPr>
        <p:spPr>
          <a:xfrm>
            <a:off x="1927042" y="719921"/>
            <a:ext cx="1049801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ru-RU" dirty="0"/>
              <a:t>Для работы выберите небольшой микрорайон, улицу, или составьте маршрут из тематически подобранных объектов.</a:t>
            </a:r>
          </a:p>
        </p:txBody>
      </p:sp>
    </p:spTree>
    <p:extLst>
      <p:ext uri="{BB962C8B-B14F-4D97-AF65-F5344CB8AC3E}">
        <p14:creationId xmlns:p14="http://schemas.microsoft.com/office/powerpoint/2010/main" val="366994395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676400" y="52704"/>
            <a:ext cx="10515600" cy="1325563"/>
          </a:xfrm>
        </p:spPr>
        <p:txBody>
          <a:bodyPr/>
          <a:lstStyle/>
          <a:p>
            <a:r>
              <a:rPr lang="ru-RU" dirty="0"/>
              <a:t>Требования к заданию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756719" y="1635501"/>
            <a:ext cx="10532952" cy="4810565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ru-RU" u="sng" dirty="0"/>
              <a:t>Чтобы получить максимальный балл необходимо:</a:t>
            </a:r>
          </a:p>
          <a:p>
            <a:pPr marL="0" indent="0">
              <a:buNone/>
            </a:pPr>
            <a:endParaRPr lang="ru-RU" dirty="0"/>
          </a:p>
          <a:p>
            <a:r>
              <a:rPr lang="ru-RU" dirty="0"/>
              <a:t>Выполнять работу качественно по каждому этапу</a:t>
            </a:r>
          </a:p>
          <a:p>
            <a:r>
              <a:rPr lang="ru-RU" dirty="0"/>
              <a:t>Укладываться в дедлайны</a:t>
            </a:r>
          </a:p>
          <a:p>
            <a:r>
              <a:rPr lang="ru-RU" dirty="0"/>
              <a:t>Соблюдать хронометраж (длительность ролика должна составлять не менее 15 минут)</a:t>
            </a:r>
          </a:p>
          <a:p>
            <a:r>
              <a:rPr lang="ru-RU" dirty="0"/>
              <a:t>Выполнять требования к работе, в частности, важно, чтобы каждый из участников появлялся в кадре с речью и подобные появления составляли не менее 60-70% от всего хронометража</a:t>
            </a:r>
          </a:p>
          <a:p>
            <a:pPr marL="0" indent="0">
              <a:buNone/>
            </a:pPr>
            <a:endParaRPr lang="ru-RU" b="1" dirty="0">
              <a:solidFill>
                <a:srgbClr val="C00000"/>
              </a:solidFill>
            </a:endParaRPr>
          </a:p>
          <a:p>
            <a:pPr marL="0" indent="0">
              <a:buNone/>
            </a:pPr>
            <a:r>
              <a:rPr lang="ru-RU" b="1" dirty="0">
                <a:solidFill>
                  <a:srgbClr val="FF0000"/>
                </a:solidFill>
              </a:rPr>
              <a:t>При выявлении плагиата работа не принимается</a:t>
            </a: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9116" y="375043"/>
            <a:ext cx="898168" cy="898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910130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676400" y="52704"/>
            <a:ext cx="10515600" cy="1325563"/>
          </a:xfrm>
        </p:spPr>
        <p:txBody>
          <a:bodyPr/>
          <a:lstStyle/>
          <a:p>
            <a:r>
              <a:rPr lang="ru-RU" dirty="0"/>
              <a:t>Требования к заданию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756719" y="1635501"/>
            <a:ext cx="10532952" cy="4810565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ru-RU" u="sng" dirty="0"/>
              <a:t>Баллы будут сниматься в следующих случаях:</a:t>
            </a:r>
          </a:p>
          <a:p>
            <a:pPr marL="0" indent="0">
              <a:buNone/>
            </a:pPr>
            <a:endParaRPr lang="ru-RU" dirty="0"/>
          </a:p>
          <a:p>
            <a:r>
              <a:rPr lang="ru-RU" dirty="0"/>
              <a:t>при отсутствии авторов работы в кадре</a:t>
            </a:r>
          </a:p>
          <a:p>
            <a:r>
              <a:rPr lang="ru-RU" dirty="0"/>
              <a:t>при чтении текста с листа или с экрана</a:t>
            </a:r>
          </a:p>
          <a:p>
            <a:r>
              <a:rPr lang="ru-RU" dirty="0"/>
              <a:t>при использовании некорректных источников информации (например, википедии, а также при генерации текста с помощью </a:t>
            </a:r>
            <a:r>
              <a:rPr lang="ru-RU" dirty="0" err="1"/>
              <a:t>ии</a:t>
            </a:r>
            <a:r>
              <a:rPr lang="ru-RU" dirty="0"/>
              <a:t>)</a:t>
            </a:r>
          </a:p>
          <a:p>
            <a:r>
              <a:rPr lang="ru-RU" dirty="0"/>
              <a:t>если не сняты декоративные элементы, о которых идет речь</a:t>
            </a:r>
          </a:p>
          <a:p>
            <a:r>
              <a:rPr lang="ru-RU" dirty="0"/>
              <a:t>за не соблюдение объема работы (менее 15 минут)</a:t>
            </a:r>
          </a:p>
          <a:p>
            <a:r>
              <a:rPr lang="ru-RU" dirty="0"/>
              <a:t>при отсутствии связного тематического рассказа, набор отдельных объектов</a:t>
            </a:r>
          </a:p>
          <a:p>
            <a:r>
              <a:rPr lang="ru-RU" dirty="0"/>
              <a:t>при искусственном замедлении темпа видео, для того чтобы добиться нужной длительности</a:t>
            </a:r>
          </a:p>
          <a:p>
            <a:r>
              <a:rPr lang="ru-RU" dirty="0"/>
              <a:t>при других огрехах</a:t>
            </a:r>
          </a:p>
          <a:p>
            <a:pPr marL="0" indent="0">
              <a:buNone/>
            </a:pPr>
            <a:endParaRPr lang="ru-RU" b="1" dirty="0">
              <a:solidFill>
                <a:srgbClr val="C00000"/>
              </a:solidFill>
            </a:endParaRPr>
          </a:p>
          <a:p>
            <a:pPr marL="0" indent="0">
              <a:buNone/>
            </a:pPr>
            <a:r>
              <a:rPr lang="ru-RU" b="1" dirty="0">
                <a:solidFill>
                  <a:srgbClr val="FF0000"/>
                </a:solidFill>
              </a:rPr>
              <a:t>При выявлении плагиата работа не принимается</a:t>
            </a: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9116" y="375043"/>
            <a:ext cx="898168" cy="898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607175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>
                <a:solidFill>
                  <a:srgbClr val="92D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Этапы выполнения видео-экскурсии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15636" y="1473199"/>
            <a:ext cx="11582400" cy="522287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1600" b="1" dirty="0"/>
              <a:t>Подготовительный</a:t>
            </a:r>
            <a:r>
              <a:rPr lang="en-US" sz="1600" b="1" dirty="0"/>
              <a:t> </a:t>
            </a:r>
            <a:r>
              <a:rPr lang="ru-RU" sz="1600" b="1" dirty="0"/>
              <a:t>этап работы в 1-м семестре: 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ru-RU" sz="1600" dirty="0"/>
              <a:t>Выбор темы и подготовка развернутого плана работы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ru-RU" sz="1600" dirty="0"/>
              <a:t>В форму нужно приложить документ с:</a:t>
            </a:r>
          </a:p>
          <a:p>
            <a:pPr marL="0" indent="0">
              <a:buNone/>
            </a:pPr>
            <a:r>
              <a:rPr lang="ru-RU" sz="1600" dirty="0"/>
              <a:t>- Аннотацией к видео-экскурсии</a:t>
            </a:r>
          </a:p>
          <a:p>
            <a:pPr marL="0" indent="0">
              <a:buNone/>
            </a:pPr>
            <a:r>
              <a:rPr lang="ru-RU" sz="1600" dirty="0"/>
              <a:t>- Целями и задачами, планом работы</a:t>
            </a:r>
          </a:p>
          <a:p>
            <a:pPr marL="0" indent="0">
              <a:buNone/>
            </a:pPr>
            <a:r>
              <a:rPr lang="ru-RU" sz="1600" dirty="0"/>
              <a:t>- Списком источников, которые предполагается использовать, с краткой характеристикой, а также описание, где вы их можете найти (ссылки на онлайн-ресурсы, куда загружены эти тексты, указание на наличие этих работ в конкретных библиотеках города)</a:t>
            </a:r>
            <a:br>
              <a:rPr lang="ru-RU" sz="1600" dirty="0"/>
            </a:br>
            <a:r>
              <a:rPr lang="ru-RU" sz="1600" b="1" dirty="0"/>
              <a:t>Дедлайн 23 декабря. Отправлять итоговый документ в </a:t>
            </a:r>
            <a:r>
              <a:rPr lang="ru-RU" sz="1600" b="1" dirty="0" err="1"/>
              <a:t>гугл</a:t>
            </a:r>
            <a:r>
              <a:rPr lang="ru-RU" sz="1600" b="1" dirty="0"/>
              <a:t>. форму – см. последний слайд</a:t>
            </a:r>
            <a:br>
              <a:rPr lang="ru-RU" sz="1600" b="1" dirty="0"/>
            </a:br>
            <a:endParaRPr lang="ru-RU" sz="1600" b="1" dirty="0"/>
          </a:p>
          <a:p>
            <a:pPr marL="0" indent="0">
              <a:buNone/>
            </a:pPr>
            <a:r>
              <a:rPr lang="ru-RU" sz="1600" b="1" dirty="0"/>
              <a:t>Этапы работы во 2-м семестре:</a:t>
            </a:r>
          </a:p>
          <a:p>
            <a:r>
              <a:rPr lang="en-US" sz="1600" b="1" dirty="0"/>
              <a:t>I</a:t>
            </a:r>
            <a:r>
              <a:rPr lang="ru-RU" sz="1600" b="1" dirty="0"/>
              <a:t> этап: </a:t>
            </a:r>
            <a:r>
              <a:rPr lang="ru-RU" sz="1600" dirty="0"/>
              <a:t>Сдача черновика текста видео-экскурсии</a:t>
            </a:r>
            <a:br>
              <a:rPr lang="ru-RU" sz="1600" dirty="0"/>
            </a:br>
            <a:r>
              <a:rPr lang="ru-RU" sz="1600" b="1" dirty="0"/>
              <a:t>Дедлайн 10 марта</a:t>
            </a:r>
          </a:p>
          <a:p>
            <a:r>
              <a:rPr lang="en-US" sz="1600" b="1" dirty="0"/>
              <a:t>II </a:t>
            </a:r>
            <a:r>
              <a:rPr lang="ru-RU" sz="1600" b="1" dirty="0"/>
              <a:t>этап: </a:t>
            </a:r>
            <a:r>
              <a:rPr lang="ru-RU" sz="1600" dirty="0"/>
              <a:t>Финальная сдача текста</a:t>
            </a:r>
            <a:br>
              <a:rPr lang="ru-RU" sz="1600" dirty="0"/>
            </a:br>
            <a:r>
              <a:rPr lang="ru-RU" sz="1600" b="1" dirty="0"/>
              <a:t>Дедлайн 1 апреля</a:t>
            </a:r>
          </a:p>
          <a:p>
            <a:r>
              <a:rPr lang="en-US" sz="1600" b="1" dirty="0"/>
              <a:t>III </a:t>
            </a:r>
            <a:r>
              <a:rPr lang="ru-RU" sz="1600" b="1" dirty="0"/>
              <a:t>этап: </a:t>
            </a:r>
            <a:r>
              <a:rPr lang="ru-RU" sz="1600" dirty="0"/>
              <a:t>Монтаж видео-экскурсии. Сдача итоговой работы путем отправки на почту </a:t>
            </a:r>
            <a:r>
              <a:rPr lang="ro-RO" sz="1600" dirty="0" err="1"/>
              <a:t>kudina.yulia.itmo@gmail.com</a:t>
            </a:r>
            <a:br>
              <a:rPr lang="ru-RU" sz="1600" dirty="0"/>
            </a:br>
            <a:r>
              <a:rPr lang="ru-RU" sz="1600" b="1" dirty="0"/>
              <a:t>Дедлайн 20 апреля</a:t>
            </a:r>
            <a:br>
              <a:rPr lang="ru-RU" sz="1600" b="1" dirty="0"/>
            </a:br>
            <a:br>
              <a:rPr lang="ru-RU" sz="1600" b="1" dirty="0">
                <a:solidFill>
                  <a:srgbClr val="FF0000"/>
                </a:solidFill>
              </a:rPr>
            </a:br>
            <a:r>
              <a:rPr lang="ru-RU" sz="1600" b="1" dirty="0">
                <a:solidFill>
                  <a:srgbClr val="FF0000"/>
                </a:solidFill>
              </a:rPr>
              <a:t>Максимум баллов невозможно набрать без сдачи работы поэтапно</a:t>
            </a:r>
          </a:p>
        </p:txBody>
      </p:sp>
    </p:spTree>
    <p:extLst>
      <p:ext uri="{BB962C8B-B14F-4D97-AF65-F5344CB8AC3E}">
        <p14:creationId xmlns:p14="http://schemas.microsoft.com/office/powerpoint/2010/main" val="24134013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676400" y="52704"/>
            <a:ext cx="10515600" cy="1325563"/>
          </a:xfrm>
        </p:spPr>
        <p:txBody>
          <a:bodyPr>
            <a:normAutofit/>
          </a:bodyPr>
          <a:lstStyle/>
          <a:p>
            <a:r>
              <a:rPr lang="ru-RU" sz="4000" dirty="0"/>
              <a:t>Советы по съемке от студентов прошлого года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756719" y="1635501"/>
            <a:ext cx="10532952" cy="4810565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endParaRPr lang="ru-RU" dirty="0"/>
          </a:p>
          <a:p>
            <a:r>
              <a:rPr lang="ru-RU" dirty="0">
                <a:effectLst/>
                <a:latin typeface="Helvetica" pitchFamily="2" charset="0"/>
              </a:rPr>
              <a:t>внимательно подбирайте подходящее для съемки место, чтобы было комфортно снимать и рассказывать</a:t>
            </a:r>
          </a:p>
          <a:p>
            <a:r>
              <a:rPr lang="ru-RU" dirty="0" err="1">
                <a:effectLst/>
                <a:latin typeface="Helvetica" pitchFamily="2" charset="0"/>
              </a:rPr>
              <a:t>снимайть</a:t>
            </a:r>
            <a:r>
              <a:rPr lang="ru-RU" dirty="0">
                <a:effectLst/>
                <a:latin typeface="Helvetica" pitchFamily="2" charset="0"/>
              </a:rPr>
              <a:t> видео с большим запасом в каждой локации и делайте побольше общих планов</a:t>
            </a:r>
          </a:p>
          <a:p>
            <a:r>
              <a:rPr lang="ru-RU" dirty="0">
                <a:effectLst/>
                <a:latin typeface="Helvetica" pitchFamily="2" charset="0"/>
              </a:rPr>
              <a:t>записывайте звук отдельно на микрофон или на второй телефон</a:t>
            </a:r>
          </a:p>
          <a:p>
            <a:r>
              <a:rPr lang="ru-RU" dirty="0">
                <a:effectLst/>
                <a:latin typeface="Helvetica" pitchFamily="2" charset="0"/>
              </a:rPr>
              <a:t>заранее выстраивайте маршрут съемки по людным местам, лучше всего в рабочие дни с понедельника в четверг, т.к. в пятницу уже много людей на улицах</a:t>
            </a:r>
          </a:p>
          <a:p>
            <a:endParaRPr lang="ru-RU" dirty="0">
              <a:latin typeface="Helvetica" pitchFamily="2" charset="0"/>
            </a:endParaRPr>
          </a:p>
          <a:p>
            <a:pPr marL="0" indent="0">
              <a:buNone/>
            </a:pPr>
            <a:r>
              <a:rPr lang="ru-RU" dirty="0">
                <a:effectLst/>
                <a:latin typeface="Helvetica" pitchFamily="2" charset="0"/>
              </a:rPr>
              <a:t>Приложения для монтажа: </a:t>
            </a:r>
            <a:r>
              <a:rPr lang="ro-RO" b="1" dirty="0" err="1">
                <a:solidFill>
                  <a:srgbClr val="00B050"/>
                </a:solidFill>
                <a:effectLst/>
                <a:latin typeface="Helvetica" pitchFamily="2" charset="0"/>
              </a:rPr>
              <a:t>Inshot</a:t>
            </a:r>
            <a:r>
              <a:rPr lang="ro-RO" b="1" dirty="0">
                <a:solidFill>
                  <a:srgbClr val="00B050"/>
                </a:solidFill>
                <a:effectLst/>
                <a:latin typeface="Helvetica" pitchFamily="2" charset="0"/>
              </a:rPr>
              <a:t>, </a:t>
            </a:r>
            <a:r>
              <a:rPr lang="ro-RO" b="1" dirty="0" err="1">
                <a:solidFill>
                  <a:srgbClr val="00B050"/>
                </a:solidFill>
                <a:effectLst/>
                <a:latin typeface="Helvetica" pitchFamily="2" charset="0"/>
              </a:rPr>
              <a:t>CapCut</a:t>
            </a:r>
            <a:r>
              <a:rPr lang="ro-RO" b="1" dirty="0">
                <a:solidFill>
                  <a:srgbClr val="00B050"/>
                </a:solidFill>
                <a:effectLst/>
                <a:latin typeface="Helvetica" pitchFamily="2" charset="0"/>
              </a:rPr>
              <a:t>, </a:t>
            </a:r>
            <a:r>
              <a:rPr lang="ro-RO" b="1" dirty="0" err="1">
                <a:solidFill>
                  <a:srgbClr val="00B050"/>
                </a:solidFill>
                <a:effectLst/>
                <a:latin typeface="Helvetica" pitchFamily="2" charset="0"/>
              </a:rPr>
              <a:t>Pinnacle</a:t>
            </a:r>
            <a:r>
              <a:rPr lang="ro-RO" b="1" dirty="0">
                <a:solidFill>
                  <a:srgbClr val="00B050"/>
                </a:solidFill>
                <a:effectLst/>
                <a:latin typeface="Helvetica" pitchFamily="2" charset="0"/>
              </a:rPr>
              <a:t> studio, </a:t>
            </a:r>
            <a:r>
              <a:rPr lang="ro-RO" b="1" dirty="0" err="1">
                <a:solidFill>
                  <a:srgbClr val="00B050"/>
                </a:solidFill>
                <a:effectLst/>
                <a:latin typeface="Helvetica" pitchFamily="2" charset="0"/>
              </a:rPr>
              <a:t>DaVinci</a:t>
            </a:r>
            <a:r>
              <a:rPr lang="ro-RO" b="1" dirty="0">
                <a:solidFill>
                  <a:srgbClr val="00B050"/>
                </a:solidFill>
                <a:effectLst/>
                <a:latin typeface="Helvetica" pitchFamily="2" charset="0"/>
              </a:rPr>
              <a:t> </a:t>
            </a:r>
            <a:r>
              <a:rPr lang="ro-RO" b="1" dirty="0" err="1">
                <a:solidFill>
                  <a:srgbClr val="00B050"/>
                </a:solidFill>
                <a:effectLst/>
                <a:latin typeface="Helvetica" pitchFamily="2" charset="0"/>
              </a:rPr>
              <a:t>Resolve</a:t>
            </a:r>
            <a:endParaRPr lang="ro-RO" b="1" dirty="0">
              <a:solidFill>
                <a:srgbClr val="00B050"/>
              </a:solidFill>
              <a:effectLst/>
              <a:latin typeface="Helvetica" pitchFamily="2" charset="0"/>
            </a:endParaRPr>
          </a:p>
          <a:p>
            <a:endParaRPr lang="ru-RU" dirty="0">
              <a:effectLst/>
              <a:latin typeface="Helvetica" pitchFamily="2" charset="0"/>
            </a:endParaRPr>
          </a:p>
          <a:p>
            <a:pPr marL="0" indent="0">
              <a:buNone/>
            </a:pPr>
            <a:endParaRPr lang="ru-RU" b="1" dirty="0">
              <a:solidFill>
                <a:srgbClr val="C00000"/>
              </a:solidFill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9116" y="375043"/>
            <a:ext cx="898168" cy="898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586327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8A0D9C5-C7BE-F120-B31D-228E816A15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65701"/>
            <a:ext cx="10515600" cy="2852737"/>
          </a:xfrm>
          <a:noFill/>
          <a:ln>
            <a:noFill/>
          </a:ln>
        </p:spPr>
        <p:txBody>
          <a:bodyPr>
            <a:normAutofit/>
          </a:bodyPr>
          <a:lstStyle/>
          <a:p>
            <a:r>
              <a:rPr lang="ru-RU" sz="4800" b="1" dirty="0">
                <a:solidFill>
                  <a:srgbClr val="00B050"/>
                </a:solidFill>
                <a:latin typeface="arial" panose="020B0604020202020204" pitchFamily="34" charset="0"/>
              </a:rPr>
              <a:t>НИР</a:t>
            </a:r>
            <a:endParaRPr lang="ru-RU" sz="4800" b="1" i="1" dirty="0">
              <a:solidFill>
                <a:srgbClr val="00B0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349179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>
                <a:solidFill>
                  <a:srgbClr val="92D050"/>
                </a:solidFill>
                <a:latin typeface="arial" panose="020B0604020202020204" pitchFamily="34" charset="0"/>
              </a:rPr>
              <a:t>Научно-исследовательская работа</a:t>
            </a:r>
            <a:endParaRPr lang="ru-RU" dirty="0">
              <a:solidFill>
                <a:srgbClr val="92D050"/>
              </a:solidFill>
            </a:endParaRPr>
          </a:p>
        </p:txBody>
      </p:sp>
      <p:sp>
        <p:nvSpPr>
          <p:cNvPr id="8" name="Объект 7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Письменная работа реферативного типа, объемом не менее 15 стр.</a:t>
            </a:r>
          </a:p>
          <a:p>
            <a:r>
              <a:rPr lang="ru-RU" dirty="0"/>
              <a:t>Работа должна основываться на изучении результатов научных исследований (монографиях, статьях)</a:t>
            </a:r>
          </a:p>
          <a:p>
            <a:r>
              <a:rPr lang="ru-RU" dirty="0"/>
              <a:t>По возможности работа должна быть не скучной. Постарайтесь взглянуть на тему под новым углом. Добавьте в текст исследовательский элемент (в работу можно включить изучение архитектурных объектов, музеев, фильмов и художественной литературы)</a:t>
            </a:r>
          </a:p>
          <a:p>
            <a:r>
              <a:rPr lang="ru-RU" dirty="0"/>
              <a:t>Консультируйтесь по ходу выполнения работы. Сложные вопросы мы можем решить вместе. </a:t>
            </a:r>
          </a:p>
        </p:txBody>
      </p:sp>
    </p:spTree>
    <p:extLst>
      <p:ext uri="{BB962C8B-B14F-4D97-AF65-F5344CB8AC3E}">
        <p14:creationId xmlns:p14="http://schemas.microsoft.com/office/powerpoint/2010/main" val="55006934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>
                <a:solidFill>
                  <a:srgbClr val="92D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Этапы выполнения НИР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473199"/>
            <a:ext cx="10515600" cy="5222875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ru-RU" b="1" dirty="0"/>
              <a:t>Подготовительный</a:t>
            </a:r>
            <a:r>
              <a:rPr lang="en-US" b="1" dirty="0"/>
              <a:t> </a:t>
            </a:r>
            <a:r>
              <a:rPr lang="ru-RU" b="1" dirty="0"/>
              <a:t>этап работы в 1-м семестре: 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ru-RU" dirty="0"/>
              <a:t>Выбор темы, определение целей и задач работы,</a:t>
            </a:r>
            <a:r>
              <a:rPr lang="en-US" dirty="0"/>
              <a:t> </a:t>
            </a:r>
            <a:r>
              <a:rPr lang="ru-RU" dirty="0"/>
              <a:t>подготовка развернутого плана работы, формулировка гипотез. Список тем и запись на НИР см. здесь: </a:t>
            </a:r>
            <a:r>
              <a:rPr lang="ro-RO" dirty="0">
                <a:hlinkClick r:id="rId3"/>
              </a:rPr>
              <a:t>https://docs.google.com/spreadsheets/d/15gV6JiRdzTujndBQlifWaqutoXlPT6jUp8jNoip4jJY/edit?usp=sharing</a:t>
            </a:r>
            <a:endParaRPr lang="ru-RU" dirty="0"/>
          </a:p>
          <a:p>
            <a:pPr>
              <a:buFont typeface="Wingdings" panose="05000000000000000000" pitchFamily="2" charset="2"/>
              <a:buChar char="v"/>
            </a:pPr>
            <a:r>
              <a:rPr lang="ru-RU" b="1" dirty="0">
                <a:solidFill>
                  <a:srgbClr val="FF0000"/>
                </a:solidFill>
              </a:rPr>
              <a:t>Важно!</a:t>
            </a:r>
            <a:r>
              <a:rPr lang="ru-RU" dirty="0"/>
              <a:t> Если вы выбрали НИР, то вам нужно поставить в известность об этом вашего преподавателя 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ru-RU" dirty="0"/>
              <a:t>Составление списка источников, которые предполагается использовать с краткой характеристикой, а также описание, где вы их можете найти (ссылки на онлайн-ресурсы, куда загружены эти тексты, указание на наличие этих работ в конкретных библиотеках города). Заполнение </a:t>
            </a:r>
            <a:r>
              <a:rPr lang="ru-RU" dirty="0" err="1"/>
              <a:t>гугл</a:t>
            </a:r>
            <a:r>
              <a:rPr lang="ru-RU" dirty="0"/>
              <a:t>. формы</a:t>
            </a:r>
            <a:br>
              <a:rPr lang="ru-RU" dirty="0"/>
            </a:br>
            <a:r>
              <a:rPr lang="ru-RU" b="1" dirty="0"/>
              <a:t>Дедлайн 23 декабря </a:t>
            </a:r>
            <a:br>
              <a:rPr lang="ru-RU" b="1" dirty="0"/>
            </a:br>
            <a:endParaRPr lang="ru-RU" b="1" dirty="0"/>
          </a:p>
          <a:p>
            <a:pPr marL="0" indent="0">
              <a:buNone/>
            </a:pPr>
            <a:r>
              <a:rPr lang="ru-RU" b="1" dirty="0"/>
              <a:t>Этапы работы во 2-м семестре:</a:t>
            </a:r>
          </a:p>
          <a:p>
            <a:r>
              <a:rPr lang="en-US" b="1" dirty="0"/>
              <a:t>I</a:t>
            </a:r>
            <a:r>
              <a:rPr lang="ru-RU" b="1" dirty="0"/>
              <a:t> этап: </a:t>
            </a:r>
            <a:r>
              <a:rPr lang="ru-RU" dirty="0"/>
              <a:t>Сдача черновика первой и второй главы работы</a:t>
            </a:r>
            <a:br>
              <a:rPr lang="ru-RU" dirty="0"/>
            </a:br>
            <a:r>
              <a:rPr lang="ru-RU" b="1" dirty="0"/>
              <a:t>Дедлайн 10 марта</a:t>
            </a:r>
          </a:p>
          <a:p>
            <a:r>
              <a:rPr lang="en-US" b="1" dirty="0"/>
              <a:t>II </a:t>
            </a:r>
            <a:r>
              <a:rPr lang="ru-RU" b="1" dirty="0"/>
              <a:t>этап: </a:t>
            </a:r>
            <a:r>
              <a:rPr lang="ru-RU" dirty="0"/>
              <a:t>Внесение правок, сдача черновика третьей главы работы + введения и заключения</a:t>
            </a:r>
            <a:br>
              <a:rPr lang="ru-RU" dirty="0"/>
            </a:br>
            <a:r>
              <a:rPr lang="ru-RU" b="1" dirty="0"/>
              <a:t>Дедлайн 1 апреля</a:t>
            </a:r>
          </a:p>
          <a:p>
            <a:r>
              <a:rPr lang="en-US" b="1" dirty="0"/>
              <a:t>III </a:t>
            </a:r>
            <a:r>
              <a:rPr lang="ru-RU" b="1" dirty="0"/>
              <a:t>этап: </a:t>
            </a:r>
            <a:r>
              <a:rPr lang="ru-RU" dirty="0"/>
              <a:t>Финальная сдача текста</a:t>
            </a:r>
            <a:br>
              <a:rPr lang="ru-RU" dirty="0"/>
            </a:br>
            <a:r>
              <a:rPr lang="ru-RU" b="1" dirty="0"/>
              <a:t>Дедлайн 20 апреля</a:t>
            </a:r>
            <a:br>
              <a:rPr lang="ru-RU" b="1" dirty="0"/>
            </a:br>
            <a:endParaRPr lang="ru-RU" b="1" dirty="0"/>
          </a:p>
          <a:p>
            <a:pPr marL="0" indent="0">
              <a:buNone/>
            </a:pPr>
            <a:br>
              <a:rPr lang="ru-RU" b="1" dirty="0">
                <a:solidFill>
                  <a:srgbClr val="FF0000"/>
                </a:solidFill>
              </a:rPr>
            </a:br>
            <a:r>
              <a:rPr lang="ru-RU" b="1" dirty="0">
                <a:solidFill>
                  <a:srgbClr val="FF0000"/>
                </a:solidFill>
              </a:rPr>
              <a:t>Максимум баллов невозможно набрать без сдачи работы поэтапно</a:t>
            </a:r>
          </a:p>
        </p:txBody>
      </p:sp>
    </p:spTree>
    <p:extLst>
      <p:ext uri="{BB962C8B-B14F-4D97-AF65-F5344CB8AC3E}">
        <p14:creationId xmlns:p14="http://schemas.microsoft.com/office/powerpoint/2010/main" val="41445981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>
                <a:solidFill>
                  <a:srgbClr val="92D050"/>
                </a:solidFill>
                <a:latin typeface="arial" panose="020B0604020202020204" pitchFamily="34" charset="0"/>
              </a:rPr>
              <a:t>Требования к работе и оформлению</a:t>
            </a:r>
            <a:endParaRPr lang="ru-RU" dirty="0">
              <a:solidFill>
                <a:srgbClr val="92D050"/>
              </a:solidFill>
            </a:endParaRPr>
          </a:p>
        </p:txBody>
      </p:sp>
      <p:sp>
        <p:nvSpPr>
          <p:cNvPr id="8" name="Объект 7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b="0" i="0" dirty="0">
                <a:solidFill>
                  <a:srgbClr val="000000"/>
                </a:solidFill>
                <a:effectLst/>
                <a:latin typeface="system-ui"/>
              </a:rPr>
              <a:t>Требования к НИР: </a:t>
            </a:r>
            <a:r>
              <a:rPr lang="ro-RO" b="0" i="0" u="none" strike="noStrike" dirty="0">
                <a:effectLst/>
                <a:latin typeface="system-ui"/>
                <a:hlinkClick r:id="rId2" tooltip="https://www.youtube.com/watch?v=1UkSP5AXqA0&amp;feature=youtu.be"/>
              </a:rPr>
              <a:t>https://www.youtube.com/watch?v=1UkSP5AXqA0&amp;feature=youtu.be</a:t>
            </a:r>
            <a:br>
              <a:rPr lang="ro-RO" dirty="0"/>
            </a:br>
            <a:br>
              <a:rPr lang="ro-RO" dirty="0"/>
            </a:br>
            <a:r>
              <a:rPr lang="ru-RU" b="0" i="0" dirty="0">
                <a:solidFill>
                  <a:srgbClr val="000000"/>
                </a:solidFill>
                <a:effectLst/>
                <a:latin typeface="system-ui"/>
              </a:rPr>
              <a:t>Шаблон оформления: </a:t>
            </a:r>
            <a:r>
              <a:rPr lang="ro-RO" b="0" i="0" u="none" strike="noStrike" dirty="0">
                <a:effectLst/>
                <a:latin typeface="system-ui"/>
                <a:hlinkClick r:id="rId3" tooltip="https://docs.google.com/document/d/1hK-mMtQp365Yv6wdsQ9_P4913gHRGZps/edit"/>
              </a:rPr>
              <a:t>https://docs.google.com/document/d/1hK-mMtQp365Yv6wdsQ9_P4913gHRGZps/edit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8119368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8A0D9C5-C7BE-F120-B31D-228E816A15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65701"/>
            <a:ext cx="10515600" cy="2852737"/>
          </a:xfrm>
          <a:noFill/>
          <a:ln>
            <a:noFill/>
          </a:ln>
        </p:spPr>
        <p:txBody>
          <a:bodyPr>
            <a:normAutofit/>
          </a:bodyPr>
          <a:lstStyle/>
          <a:p>
            <a:r>
              <a:rPr lang="en-US" sz="4800" b="1" dirty="0">
                <a:solidFill>
                  <a:srgbClr val="FFC000"/>
                </a:solidFill>
                <a:latin typeface="arial" panose="020B0604020202020204" pitchFamily="34" charset="0"/>
              </a:rPr>
              <a:t>II</a:t>
            </a:r>
            <a:r>
              <a:rPr lang="ru-RU" sz="4800" b="1" dirty="0">
                <a:solidFill>
                  <a:srgbClr val="FFC000"/>
                </a:solidFill>
                <a:latin typeface="arial" panose="020B0604020202020204" pitchFamily="34" charset="0"/>
              </a:rPr>
              <a:t>. Этапы работы и дедлайны</a:t>
            </a:r>
            <a:endParaRPr lang="ru-RU" sz="4800" b="1" i="1" dirty="0">
              <a:solidFill>
                <a:srgbClr val="FFC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4332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Дорожная карта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598" y="1924381"/>
            <a:ext cx="10162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Декабрь</a:t>
            </a:r>
          </a:p>
        </p:txBody>
      </p:sp>
      <p:grpSp>
        <p:nvGrpSpPr>
          <p:cNvPr id="18" name="Группа 17"/>
          <p:cNvGrpSpPr/>
          <p:nvPr/>
        </p:nvGrpSpPr>
        <p:grpSpPr>
          <a:xfrm>
            <a:off x="390730" y="2522148"/>
            <a:ext cx="2027976" cy="2922132"/>
            <a:chOff x="308507" y="1557931"/>
            <a:chExt cx="2027976" cy="3664871"/>
          </a:xfrm>
        </p:grpSpPr>
        <p:sp>
          <p:nvSpPr>
            <p:cNvPr id="7" name="Скругленный прямоугольник 6"/>
            <p:cNvSpPr/>
            <p:nvPr/>
          </p:nvSpPr>
          <p:spPr>
            <a:xfrm>
              <a:off x="308507" y="1557931"/>
              <a:ext cx="2027976" cy="3664871"/>
            </a:xfrm>
            <a:prstGeom prst="roundRect">
              <a:avLst/>
            </a:prstGeom>
            <a:ln w="28575">
              <a:solidFill>
                <a:srgbClr val="002060"/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ru-RU" b="1" dirty="0"/>
                <a:t>Предварительный этап работы над проектом / НИР, сдача аннотации, списка литературы</a:t>
              </a:r>
            </a:p>
            <a:p>
              <a:pPr algn="ctr"/>
              <a:endParaRPr lang="en-US" b="1" dirty="0"/>
            </a:p>
            <a:p>
              <a:r>
                <a:rPr lang="ru-RU" dirty="0"/>
                <a:t>       23.12.2025</a:t>
              </a:r>
            </a:p>
          </p:txBody>
        </p:sp>
        <p:pic>
          <p:nvPicPr>
            <p:cNvPr id="9" name="Рисунок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57213" y="4596486"/>
              <a:ext cx="298764" cy="298764"/>
            </a:xfrm>
            <a:prstGeom prst="rect">
              <a:avLst/>
            </a:prstGeom>
          </p:spPr>
        </p:pic>
      </p:grpSp>
      <p:sp>
        <p:nvSpPr>
          <p:cNvPr id="11" name="TextBox 10"/>
          <p:cNvSpPr txBox="1"/>
          <p:nvPr/>
        </p:nvSpPr>
        <p:spPr>
          <a:xfrm>
            <a:off x="3424505" y="1921752"/>
            <a:ext cx="7040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Март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14941" y="1914582"/>
            <a:ext cx="8973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Апрель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25768" y="1921752"/>
            <a:ext cx="8973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Апрель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14406" y="1917000"/>
            <a:ext cx="6174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Май</a:t>
            </a:r>
          </a:p>
        </p:txBody>
      </p:sp>
      <p:grpSp>
        <p:nvGrpSpPr>
          <p:cNvPr id="28" name="Группа 27"/>
          <p:cNvGrpSpPr/>
          <p:nvPr/>
        </p:nvGrpSpPr>
        <p:grpSpPr>
          <a:xfrm>
            <a:off x="2762537" y="2521748"/>
            <a:ext cx="2027976" cy="2922131"/>
            <a:chOff x="324592" y="2521748"/>
            <a:chExt cx="2027976" cy="2922131"/>
          </a:xfrm>
        </p:grpSpPr>
        <p:sp>
          <p:nvSpPr>
            <p:cNvPr id="29" name="Скругленный прямоугольник 28"/>
            <p:cNvSpPr/>
            <p:nvPr/>
          </p:nvSpPr>
          <p:spPr>
            <a:xfrm>
              <a:off x="324592" y="2521748"/>
              <a:ext cx="2027976" cy="2922131"/>
            </a:xfrm>
            <a:prstGeom prst="roundRect">
              <a:avLst/>
            </a:prstGeom>
            <a:ln w="28575">
              <a:solidFill>
                <a:srgbClr val="00B050"/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b="1" dirty="0"/>
                <a:t>I</a:t>
              </a:r>
              <a:r>
                <a:rPr lang="ru-RU" b="1" dirty="0"/>
                <a:t> этап работы над проектом / НИР</a:t>
              </a:r>
            </a:p>
            <a:p>
              <a:pPr algn="ctr"/>
              <a:endParaRPr lang="ru-RU" b="1" dirty="0"/>
            </a:p>
            <a:p>
              <a:pPr algn="ctr"/>
              <a:endParaRPr lang="ru-RU" b="1" dirty="0"/>
            </a:p>
            <a:p>
              <a:pPr algn="ctr"/>
              <a:endParaRPr lang="ru-RU" b="1" dirty="0"/>
            </a:p>
            <a:p>
              <a:pPr algn="ctr"/>
              <a:endParaRPr lang="ru-RU" b="1" dirty="0"/>
            </a:p>
            <a:p>
              <a:pPr algn="ctr"/>
              <a:endParaRPr lang="en-US" b="1" dirty="0"/>
            </a:p>
            <a:p>
              <a:r>
                <a:rPr lang="ru-RU" dirty="0"/>
                <a:t>       10.03.2026</a:t>
              </a:r>
            </a:p>
          </p:txBody>
        </p:sp>
        <p:pic>
          <p:nvPicPr>
            <p:cNvPr id="30" name="Рисунок 29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3950" y="4884347"/>
              <a:ext cx="298764" cy="298764"/>
            </a:xfrm>
            <a:prstGeom prst="rect">
              <a:avLst/>
            </a:prstGeom>
          </p:spPr>
        </p:pic>
      </p:grpSp>
      <p:grpSp>
        <p:nvGrpSpPr>
          <p:cNvPr id="43" name="Группа 42"/>
          <p:cNvGrpSpPr/>
          <p:nvPr/>
        </p:nvGrpSpPr>
        <p:grpSpPr>
          <a:xfrm>
            <a:off x="9914255" y="2522148"/>
            <a:ext cx="2027976" cy="2907792"/>
            <a:chOff x="329630" y="1167860"/>
            <a:chExt cx="2027976" cy="2907792"/>
          </a:xfrm>
        </p:grpSpPr>
        <p:sp>
          <p:nvSpPr>
            <p:cNvPr id="44" name="Скругленный прямоугольник 43"/>
            <p:cNvSpPr/>
            <p:nvPr/>
          </p:nvSpPr>
          <p:spPr>
            <a:xfrm>
              <a:off x="329630" y="1167860"/>
              <a:ext cx="2027976" cy="2907792"/>
            </a:xfrm>
            <a:prstGeom prst="roundRect">
              <a:avLst/>
            </a:prstGeom>
            <a:ln w="28575">
              <a:solidFill>
                <a:srgbClr val="C00000"/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ru-RU" b="1" dirty="0"/>
                <a:t>Итоги</a:t>
              </a:r>
            </a:p>
            <a:p>
              <a:pPr algn="ctr"/>
              <a:endParaRPr lang="ru-RU" b="1" dirty="0"/>
            </a:p>
            <a:p>
              <a:pPr algn="ctr"/>
              <a:endParaRPr lang="ru-RU" b="1" dirty="0"/>
            </a:p>
            <a:p>
              <a:pPr algn="ctr"/>
              <a:endParaRPr lang="ru-RU" b="1" dirty="0"/>
            </a:p>
            <a:p>
              <a:pPr algn="ctr"/>
              <a:endParaRPr lang="ru-RU" b="1" dirty="0"/>
            </a:p>
            <a:p>
              <a:pPr algn="ctr"/>
              <a:endParaRPr lang="ru-RU" b="1" dirty="0"/>
            </a:p>
            <a:p>
              <a:pPr algn="ctr"/>
              <a:endParaRPr lang="ru-RU" b="1" dirty="0"/>
            </a:p>
            <a:p>
              <a:pPr algn="ctr"/>
              <a:endParaRPr lang="en-US" b="1" dirty="0"/>
            </a:p>
            <a:p>
              <a:r>
                <a:rPr lang="ru-RU" dirty="0"/>
                <a:t>       2</a:t>
              </a:r>
              <a:r>
                <a:rPr lang="en-US" dirty="0"/>
                <a:t>8</a:t>
              </a:r>
              <a:r>
                <a:rPr lang="ru-RU" dirty="0"/>
                <a:t>.05</a:t>
              </a:r>
              <a:r>
                <a:rPr lang="en-US" dirty="0"/>
                <a:t>.2026</a:t>
              </a:r>
              <a:endParaRPr lang="ru-RU" dirty="0"/>
            </a:p>
          </p:txBody>
        </p:sp>
        <p:pic>
          <p:nvPicPr>
            <p:cNvPr id="45" name="Рисунок 44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1017" y="3544399"/>
              <a:ext cx="298764" cy="298764"/>
            </a:xfrm>
            <a:prstGeom prst="rect">
              <a:avLst/>
            </a:prstGeom>
          </p:spPr>
        </p:pic>
      </p:grpSp>
      <p:grpSp>
        <p:nvGrpSpPr>
          <p:cNvPr id="3" name="Группа 2">
            <a:extLst>
              <a:ext uri="{FF2B5EF4-FFF2-40B4-BE49-F238E27FC236}">
                <a16:creationId xmlns:a16="http://schemas.microsoft.com/office/drawing/2014/main" id="{B7503A25-C690-D834-0AD3-DD6ECD68C572}"/>
              </a:ext>
            </a:extLst>
          </p:cNvPr>
          <p:cNvGrpSpPr/>
          <p:nvPr/>
        </p:nvGrpSpPr>
        <p:grpSpPr>
          <a:xfrm>
            <a:off x="5153897" y="2507809"/>
            <a:ext cx="2027976" cy="2922131"/>
            <a:chOff x="253497" y="2507809"/>
            <a:chExt cx="2027976" cy="2922131"/>
          </a:xfrm>
        </p:grpSpPr>
        <p:sp>
          <p:nvSpPr>
            <p:cNvPr id="4" name="Скругленный прямоугольник 3">
              <a:extLst>
                <a:ext uri="{FF2B5EF4-FFF2-40B4-BE49-F238E27FC236}">
                  <a16:creationId xmlns:a16="http://schemas.microsoft.com/office/drawing/2014/main" id="{E4D542B5-1E26-ACC8-32AC-E9FD2BB9CFA3}"/>
                </a:ext>
              </a:extLst>
            </p:cNvPr>
            <p:cNvSpPr/>
            <p:nvPr/>
          </p:nvSpPr>
          <p:spPr>
            <a:xfrm>
              <a:off x="253497" y="2507809"/>
              <a:ext cx="2027976" cy="2922131"/>
            </a:xfrm>
            <a:prstGeom prst="roundRect">
              <a:avLst/>
            </a:prstGeom>
            <a:ln w="28575">
              <a:solidFill>
                <a:srgbClr val="FFC000"/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b="1" dirty="0"/>
                <a:t>II</a:t>
              </a:r>
              <a:r>
                <a:rPr lang="ru-RU" b="1" dirty="0"/>
                <a:t> этап работы над проектом / НИР</a:t>
              </a:r>
            </a:p>
            <a:p>
              <a:pPr algn="ctr"/>
              <a:endParaRPr lang="ru-RU" b="1" dirty="0"/>
            </a:p>
            <a:p>
              <a:pPr algn="ctr"/>
              <a:endParaRPr lang="ru-RU" b="1" dirty="0"/>
            </a:p>
            <a:p>
              <a:pPr algn="ctr"/>
              <a:endParaRPr lang="ru-RU" b="1" dirty="0"/>
            </a:p>
            <a:p>
              <a:pPr algn="ctr"/>
              <a:endParaRPr lang="ru-RU" b="1" dirty="0"/>
            </a:p>
            <a:p>
              <a:pPr algn="ctr"/>
              <a:endParaRPr lang="en-US" b="1" dirty="0"/>
            </a:p>
            <a:p>
              <a:r>
                <a:rPr lang="ru-RU" dirty="0"/>
                <a:t>       1.04.2026</a:t>
              </a:r>
            </a:p>
          </p:txBody>
        </p:sp>
        <p:pic>
          <p:nvPicPr>
            <p:cNvPr id="5" name="Рисунок 4">
              <a:extLst>
                <a:ext uri="{FF2B5EF4-FFF2-40B4-BE49-F238E27FC236}">
                  <a16:creationId xmlns:a16="http://schemas.microsoft.com/office/drawing/2014/main" id="{A80815DA-F97A-362D-2089-6F2C3E27AC5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3950" y="4884347"/>
              <a:ext cx="298764" cy="298764"/>
            </a:xfrm>
            <a:prstGeom prst="rect">
              <a:avLst/>
            </a:prstGeom>
          </p:spPr>
        </p:pic>
      </p:grpSp>
      <p:grpSp>
        <p:nvGrpSpPr>
          <p:cNvPr id="10" name="Группа 9">
            <a:extLst>
              <a:ext uri="{FF2B5EF4-FFF2-40B4-BE49-F238E27FC236}">
                <a16:creationId xmlns:a16="http://schemas.microsoft.com/office/drawing/2014/main" id="{F7719DCC-9966-2C95-7E79-81A9262DDC77}"/>
              </a:ext>
            </a:extLst>
          </p:cNvPr>
          <p:cNvGrpSpPr/>
          <p:nvPr/>
        </p:nvGrpSpPr>
        <p:grpSpPr>
          <a:xfrm>
            <a:off x="7472582" y="2522149"/>
            <a:ext cx="2027976" cy="2922131"/>
            <a:chOff x="253497" y="2507809"/>
            <a:chExt cx="2027976" cy="2922131"/>
          </a:xfrm>
        </p:grpSpPr>
        <p:sp>
          <p:nvSpPr>
            <p:cNvPr id="12" name="Скругленный прямоугольник 11">
              <a:extLst>
                <a:ext uri="{FF2B5EF4-FFF2-40B4-BE49-F238E27FC236}">
                  <a16:creationId xmlns:a16="http://schemas.microsoft.com/office/drawing/2014/main" id="{7572FA20-673B-AA65-7253-CB9D10B9EF92}"/>
                </a:ext>
              </a:extLst>
            </p:cNvPr>
            <p:cNvSpPr/>
            <p:nvPr/>
          </p:nvSpPr>
          <p:spPr>
            <a:xfrm>
              <a:off x="253497" y="2507809"/>
              <a:ext cx="2027976" cy="2922131"/>
            </a:xfrm>
            <a:prstGeom prst="roundRect">
              <a:avLst/>
            </a:prstGeom>
            <a:ln w="28575">
              <a:solidFill>
                <a:srgbClr val="00B0F0"/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b="1" dirty="0"/>
                <a:t>III</a:t>
              </a:r>
              <a:r>
                <a:rPr lang="ru-RU" b="1" dirty="0"/>
                <a:t> этап работы над проектом / НИР</a:t>
              </a:r>
            </a:p>
            <a:p>
              <a:pPr algn="ctr"/>
              <a:endParaRPr lang="ru-RU" b="1" dirty="0"/>
            </a:p>
            <a:p>
              <a:pPr algn="ctr"/>
              <a:endParaRPr lang="ru-RU" b="1" dirty="0"/>
            </a:p>
            <a:p>
              <a:pPr algn="ctr"/>
              <a:endParaRPr lang="ru-RU" b="1" dirty="0"/>
            </a:p>
            <a:p>
              <a:pPr algn="ctr"/>
              <a:endParaRPr lang="ru-RU" b="1" dirty="0"/>
            </a:p>
            <a:p>
              <a:pPr algn="ctr"/>
              <a:endParaRPr lang="en-US" b="1" dirty="0"/>
            </a:p>
            <a:p>
              <a:r>
                <a:rPr lang="ru-RU" dirty="0"/>
                <a:t>       </a:t>
              </a:r>
              <a:r>
                <a:rPr lang="en-US" dirty="0"/>
                <a:t>20</a:t>
              </a:r>
              <a:r>
                <a:rPr lang="ru-RU" dirty="0"/>
                <a:t>.0</a:t>
              </a:r>
              <a:r>
                <a:rPr lang="en-US" dirty="0"/>
                <a:t>4</a:t>
              </a:r>
              <a:r>
                <a:rPr lang="ru-RU" dirty="0"/>
                <a:t>.2026</a:t>
              </a:r>
            </a:p>
          </p:txBody>
        </p:sp>
        <p:pic>
          <p:nvPicPr>
            <p:cNvPr id="14" name="Рисунок 13">
              <a:extLst>
                <a:ext uri="{FF2B5EF4-FFF2-40B4-BE49-F238E27FC236}">
                  <a16:creationId xmlns:a16="http://schemas.microsoft.com/office/drawing/2014/main" id="{B88C4C2F-CF02-69CC-1E93-32DDD91C342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3950" y="4884347"/>
              <a:ext cx="298764" cy="29876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7541298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8A0D9C5-C7BE-F120-B31D-228E816A15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65701"/>
            <a:ext cx="10515600" cy="2852737"/>
          </a:xfrm>
          <a:noFill/>
          <a:ln>
            <a:noFill/>
          </a:ln>
        </p:spPr>
        <p:txBody>
          <a:bodyPr>
            <a:normAutofit/>
          </a:bodyPr>
          <a:lstStyle/>
          <a:p>
            <a:r>
              <a:rPr lang="en-US" sz="4800" b="1" dirty="0">
                <a:solidFill>
                  <a:srgbClr val="9F68D2"/>
                </a:solidFill>
                <a:highlight>
                  <a:srgbClr val="F2F2F2"/>
                </a:highlight>
                <a:latin typeface="arial" panose="020B0604020202020204" pitchFamily="34" charset="0"/>
              </a:rPr>
              <a:t>III</a:t>
            </a:r>
            <a:r>
              <a:rPr lang="ru-RU" sz="4800" b="1" dirty="0">
                <a:solidFill>
                  <a:srgbClr val="9F68D2"/>
                </a:solidFill>
                <a:highlight>
                  <a:srgbClr val="F2F2F2"/>
                </a:highlight>
                <a:latin typeface="arial" panose="020B0604020202020204" pitchFamily="34" charset="0"/>
              </a:rPr>
              <a:t>. </a:t>
            </a:r>
            <a:r>
              <a:rPr lang="en-US" sz="4800" b="1" dirty="0">
                <a:solidFill>
                  <a:srgbClr val="9F68D2"/>
                </a:solidFill>
                <a:highlight>
                  <a:srgbClr val="F2F2F2"/>
                </a:highlight>
                <a:latin typeface="arial" panose="020B0604020202020204" pitchFamily="34" charset="0"/>
              </a:rPr>
              <a:t> </a:t>
            </a:r>
            <a:r>
              <a:rPr lang="ru-RU" sz="4800" b="1" dirty="0">
                <a:solidFill>
                  <a:srgbClr val="9F68D2"/>
                </a:solidFill>
                <a:highlight>
                  <a:srgbClr val="F2F2F2"/>
                </a:highlight>
                <a:latin typeface="arial" panose="020B0604020202020204" pitchFamily="34" charset="0"/>
              </a:rPr>
              <a:t>Советы</a:t>
            </a:r>
            <a:endParaRPr lang="ru-RU" sz="4800" b="1" i="1" dirty="0">
              <a:solidFill>
                <a:srgbClr val="9F68D2"/>
              </a:solidFill>
              <a:highlight>
                <a:srgbClr val="F2F2F2"/>
              </a:highligh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643065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1B85A97-0C65-02D6-2989-EC6A8814D1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085851"/>
          </a:xfrm>
        </p:spPr>
        <p:txBody>
          <a:bodyPr/>
          <a:lstStyle/>
          <a:p>
            <a:pPr algn="ctr"/>
            <a:r>
              <a:rPr lang="ru-RU" dirty="0"/>
              <a:t>При написании текстов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1E68D95-2335-0B3D-EAE7-8EDF54554DEA}"/>
              </a:ext>
            </a:extLst>
          </p:cNvPr>
          <p:cNvSpPr/>
          <p:nvPr/>
        </p:nvSpPr>
        <p:spPr>
          <a:xfrm>
            <a:off x="1113692" y="928688"/>
            <a:ext cx="10240108" cy="1074249"/>
          </a:xfrm>
          <a:prstGeom prst="rect">
            <a:avLst/>
          </a:prstGeom>
          <a:solidFill>
            <a:srgbClr val="9F68D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2400" b="1" dirty="0">
                <a:solidFill>
                  <a:schemeClr val="bg1"/>
                </a:solidFill>
              </a:rPr>
              <a:t>1. При изучении любой темы двигайтесь от общего к частному: сначала учебник, потом специализированные монографии и статьи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FB694CBB-69B5-B508-143A-AA1E95A3CFA4}"/>
              </a:ext>
            </a:extLst>
          </p:cNvPr>
          <p:cNvSpPr/>
          <p:nvPr/>
        </p:nvSpPr>
        <p:spPr>
          <a:xfrm>
            <a:off x="1113692" y="2140627"/>
            <a:ext cx="10240108" cy="966631"/>
          </a:xfrm>
          <a:prstGeom prst="rect">
            <a:avLst/>
          </a:prstGeom>
          <a:solidFill>
            <a:srgbClr val="9F68D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2400" b="1" dirty="0">
                <a:solidFill>
                  <a:schemeClr val="bg1"/>
                </a:solidFill>
              </a:rPr>
              <a:t>2. Тщательно отбирайте источники: википедия и статья на </a:t>
            </a:r>
            <a:r>
              <a:rPr lang="ru-RU" sz="2400" b="1" dirty="0" err="1">
                <a:solidFill>
                  <a:schemeClr val="bg1"/>
                </a:solidFill>
              </a:rPr>
              <a:t>яндекс</a:t>
            </a:r>
            <a:r>
              <a:rPr lang="ru-RU" sz="2400" b="1" dirty="0">
                <a:solidFill>
                  <a:schemeClr val="bg1"/>
                </a:solidFill>
              </a:rPr>
              <a:t>. дзен – </a:t>
            </a:r>
          </a:p>
          <a:p>
            <a:r>
              <a:rPr lang="ru-RU" sz="2400" b="1" dirty="0">
                <a:solidFill>
                  <a:schemeClr val="bg1"/>
                </a:solidFill>
              </a:rPr>
              <a:t>не подходят, используйте </a:t>
            </a:r>
            <a:r>
              <a:rPr lang="en-US" sz="2400" b="1" dirty="0" err="1">
                <a:solidFill>
                  <a:schemeClr val="bg1"/>
                </a:solidFill>
              </a:rPr>
              <a:t>cyberleninka</a:t>
            </a:r>
            <a:r>
              <a:rPr lang="en-US" sz="2400" b="1" dirty="0">
                <a:solidFill>
                  <a:schemeClr val="bg1"/>
                </a:solidFill>
              </a:rPr>
              <a:t> </a:t>
            </a:r>
            <a:r>
              <a:rPr lang="ru-RU" sz="2400" b="1" dirty="0">
                <a:solidFill>
                  <a:schemeClr val="bg1"/>
                </a:solidFill>
              </a:rPr>
              <a:t>и </a:t>
            </a:r>
            <a:r>
              <a:rPr lang="en-US" sz="2400" b="1" dirty="0">
                <a:solidFill>
                  <a:schemeClr val="bg1"/>
                </a:solidFill>
              </a:rPr>
              <a:t>e-library</a:t>
            </a:r>
            <a:endParaRPr lang="ru-RU" sz="2400" b="1" dirty="0">
              <a:solidFill>
                <a:schemeClr val="bg1"/>
              </a:solidFill>
            </a:endParaRP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25C03448-6021-616D-ED26-B2E2DF0C5FD2}"/>
              </a:ext>
            </a:extLst>
          </p:cNvPr>
          <p:cNvSpPr/>
          <p:nvPr/>
        </p:nvSpPr>
        <p:spPr>
          <a:xfrm>
            <a:off x="1113692" y="3233848"/>
            <a:ext cx="10240108" cy="934729"/>
          </a:xfrm>
          <a:prstGeom prst="rect">
            <a:avLst/>
          </a:prstGeom>
          <a:solidFill>
            <a:srgbClr val="9F68D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>
                <a:solidFill>
                  <a:schemeClr val="bg1"/>
                </a:solidFill>
              </a:rPr>
              <a:t>3. </a:t>
            </a:r>
            <a:r>
              <a:rPr lang="ru-RU" sz="2400" b="1" dirty="0">
                <a:solidFill>
                  <a:schemeClr val="bg1"/>
                </a:solidFill>
              </a:rPr>
              <a:t>Поменьше фактов, побольше осмысления: указывайте причины событий, суть, их итоги и последствия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72591390-C228-52AA-F2BD-2B8C6EE0B3CF}"/>
              </a:ext>
            </a:extLst>
          </p:cNvPr>
          <p:cNvSpPr/>
          <p:nvPr/>
        </p:nvSpPr>
        <p:spPr>
          <a:xfrm>
            <a:off x="1113692" y="4295168"/>
            <a:ext cx="10240108" cy="934729"/>
          </a:xfrm>
          <a:prstGeom prst="rect">
            <a:avLst/>
          </a:prstGeom>
          <a:solidFill>
            <a:srgbClr val="9F68D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2400" b="1" dirty="0">
                <a:solidFill>
                  <a:schemeClr val="bg1"/>
                </a:solidFill>
              </a:rPr>
              <a:t>4. Проверяйте значение всех терминов и незнакомых слов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EE7B416F-1384-C20E-661D-5A0C4BE97DF7}"/>
              </a:ext>
            </a:extLst>
          </p:cNvPr>
          <p:cNvSpPr/>
          <p:nvPr/>
        </p:nvSpPr>
        <p:spPr>
          <a:xfrm>
            <a:off x="1113692" y="5356488"/>
            <a:ext cx="10240108" cy="934728"/>
          </a:xfrm>
          <a:prstGeom prst="rect">
            <a:avLst/>
          </a:prstGeom>
          <a:solidFill>
            <a:srgbClr val="9F68D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2400" b="1" dirty="0">
                <a:solidFill>
                  <a:schemeClr val="bg1"/>
                </a:solidFill>
              </a:rPr>
              <a:t>5. Проверяйте факты по нескольким источникам</a:t>
            </a:r>
          </a:p>
        </p:txBody>
      </p:sp>
    </p:spTree>
    <p:extLst>
      <p:ext uri="{BB962C8B-B14F-4D97-AF65-F5344CB8AC3E}">
        <p14:creationId xmlns:p14="http://schemas.microsoft.com/office/powerpoint/2010/main" val="136688384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1B85A97-0C65-02D6-2989-EC6A8814D1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9587" y="5129213"/>
            <a:ext cx="11563350" cy="1085851"/>
          </a:xfrm>
        </p:spPr>
        <p:txBody>
          <a:bodyPr>
            <a:normAutofit fontScale="90000"/>
          </a:bodyPr>
          <a:lstStyle/>
          <a:p>
            <a:pPr algn="ctr"/>
            <a:r>
              <a:rPr lang="ru-RU" dirty="0"/>
              <a:t>Если тема не дается – не бойтесь обращаться </a:t>
            </a:r>
            <a:br>
              <a:rPr lang="ru-RU" dirty="0"/>
            </a:br>
            <a:r>
              <a:rPr lang="ru-RU" dirty="0"/>
              <a:t>за советом к преподавателю</a:t>
            </a:r>
          </a:p>
        </p:txBody>
      </p:sp>
      <p:pic>
        <p:nvPicPr>
          <p:cNvPr id="24578" name="Picture 2">
            <a:extLst>
              <a:ext uri="{FF2B5EF4-FFF2-40B4-BE49-F238E27FC236}">
                <a16:creationId xmlns:a16="http://schemas.microsoft.com/office/drawing/2014/main" id="{0D6E91DB-1576-95DB-28CB-80AD593CE9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9868" y="342900"/>
            <a:ext cx="6977963" cy="4657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7276984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8A0D9C5-C7BE-F120-B31D-228E816A15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65701"/>
            <a:ext cx="10515600" cy="2852737"/>
          </a:xfrm>
          <a:noFill/>
          <a:ln>
            <a:noFill/>
          </a:ln>
        </p:spPr>
        <p:txBody>
          <a:bodyPr>
            <a:normAutofit/>
          </a:bodyPr>
          <a:lstStyle/>
          <a:p>
            <a:r>
              <a:rPr lang="en-US" sz="4800" b="1" dirty="0">
                <a:solidFill>
                  <a:schemeClr val="accent1"/>
                </a:solidFill>
                <a:latin typeface="arial" panose="020B0604020202020204" pitchFamily="34" charset="0"/>
              </a:rPr>
              <a:t>IV</a:t>
            </a:r>
            <a:r>
              <a:rPr lang="ru-RU" sz="4800" b="1" dirty="0">
                <a:solidFill>
                  <a:schemeClr val="accent1"/>
                </a:solidFill>
                <a:latin typeface="arial" panose="020B0604020202020204" pitchFamily="34" charset="0"/>
              </a:rPr>
              <a:t>.</a:t>
            </a:r>
            <a:r>
              <a:rPr lang="en-US" sz="4800" b="1" dirty="0">
                <a:solidFill>
                  <a:schemeClr val="accent1"/>
                </a:solidFill>
                <a:latin typeface="arial" panose="020B0604020202020204" pitchFamily="34" charset="0"/>
              </a:rPr>
              <a:t> </a:t>
            </a:r>
            <a:r>
              <a:rPr lang="ru-RU" sz="4800" b="1" dirty="0">
                <a:solidFill>
                  <a:schemeClr val="accent1"/>
                </a:solidFill>
                <a:latin typeface="arial" panose="020B0604020202020204" pitchFamily="34" charset="0"/>
              </a:rPr>
              <a:t>Организация работы</a:t>
            </a:r>
            <a:br>
              <a:rPr lang="ru-RU" sz="4800" b="1" dirty="0">
                <a:solidFill>
                  <a:schemeClr val="accent1"/>
                </a:solidFill>
                <a:latin typeface="arial" panose="020B0604020202020204" pitchFamily="34" charset="0"/>
              </a:rPr>
            </a:br>
            <a:r>
              <a:rPr lang="ru-RU" sz="3000" b="1" dirty="0">
                <a:solidFill>
                  <a:schemeClr val="accent1"/>
                </a:solidFill>
                <a:latin typeface="arial" panose="020B0604020202020204" pitchFamily="34" charset="0"/>
              </a:rPr>
              <a:t>Постановка целей и задач по </a:t>
            </a:r>
            <a:r>
              <a:rPr lang="en-US" sz="3000" b="1" dirty="0">
                <a:solidFill>
                  <a:schemeClr val="accent1"/>
                </a:solidFill>
                <a:latin typeface="arial" panose="020B0604020202020204" pitchFamily="34" charset="0"/>
              </a:rPr>
              <a:t>SMART</a:t>
            </a:r>
            <a:endParaRPr lang="ru-RU" sz="3000" b="1" i="1" dirty="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504206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F580C5E4-18DE-26BF-9FFB-37FE2838F9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302288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403133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7478D844-AF86-8A19-9D59-E896DC9C83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6050" y="1397000"/>
            <a:ext cx="4076700" cy="4064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AE2A27C-CD54-35CB-9DCA-D7E9B37200FE}"/>
              </a:ext>
            </a:extLst>
          </p:cNvPr>
          <p:cNvSpPr txBox="1"/>
          <p:nvPr/>
        </p:nvSpPr>
        <p:spPr>
          <a:xfrm>
            <a:off x="1427019" y="2459504"/>
            <a:ext cx="407670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000" b="1" dirty="0">
                <a:solidFill>
                  <a:schemeClr val="accent1"/>
                </a:solidFill>
                <a:latin typeface="arial" panose="020B0604020202020204" pitchFamily="34" charset="0"/>
              </a:rPr>
              <a:t>Больше о постановке целей и задач по </a:t>
            </a:r>
            <a:r>
              <a:rPr lang="en-US" sz="3000" b="1" dirty="0">
                <a:solidFill>
                  <a:schemeClr val="accent1"/>
                </a:solidFill>
                <a:latin typeface="arial" panose="020B0604020202020204" pitchFamily="34" charset="0"/>
              </a:rPr>
              <a:t>SMART</a:t>
            </a:r>
            <a:r>
              <a:rPr lang="ru-RU" sz="3000" b="1" dirty="0">
                <a:solidFill>
                  <a:schemeClr val="accent1"/>
                </a:solidFill>
                <a:latin typeface="arial" panose="020B0604020202020204" pitchFamily="34" charset="0"/>
              </a:rPr>
              <a:t> можно узнать здесь </a:t>
            </a:r>
            <a:endParaRPr lang="ru-RU" sz="3000" dirty="0"/>
          </a:p>
        </p:txBody>
      </p:sp>
    </p:spTree>
    <p:extLst>
      <p:ext uri="{BB962C8B-B14F-4D97-AF65-F5344CB8AC3E}">
        <p14:creationId xmlns:p14="http://schemas.microsoft.com/office/powerpoint/2010/main" val="90141413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6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4000" b="1" dirty="0">
                <a:solidFill>
                  <a:srgbClr val="92D050"/>
                </a:solidFill>
                <a:latin typeface="arial" panose="020B0604020202020204" pitchFamily="34" charset="0"/>
              </a:rPr>
              <a:t>Примеры удачных тем проектов / НИР</a:t>
            </a:r>
            <a:endParaRPr lang="ru-RU" sz="4000" dirty="0">
              <a:solidFill>
                <a:srgbClr val="92D050"/>
              </a:solidFill>
            </a:endParaRPr>
          </a:p>
        </p:txBody>
      </p:sp>
      <p:sp>
        <p:nvSpPr>
          <p:cNvPr id="8" name="Объект 7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1800" i="0" dirty="0">
                <a:effectLst/>
                <a:latin typeface="Arial" panose="020B0604020202020204" pitchFamily="34" charset="0"/>
              </a:rPr>
              <a:t>Частные банки </a:t>
            </a:r>
            <a:r>
              <a:rPr lang="ru-RU" sz="1800" i="0">
                <a:effectLst/>
                <a:latin typeface="Arial" panose="020B0604020202020204" pitchFamily="34" charset="0"/>
              </a:rPr>
              <a:t>Петербурга в конце </a:t>
            </a:r>
            <a:r>
              <a:rPr lang="ro-RO" sz="1800" i="0" dirty="0">
                <a:effectLst/>
                <a:latin typeface="Arial" panose="020B0604020202020204" pitchFamily="34" charset="0"/>
              </a:rPr>
              <a:t>XIX</a:t>
            </a:r>
            <a:r>
              <a:rPr lang="ru-RU" sz="1800" i="0" dirty="0">
                <a:effectLst/>
                <a:latin typeface="Arial" panose="020B0604020202020204" pitchFamily="34" charset="0"/>
              </a:rPr>
              <a:t> </a:t>
            </a:r>
            <a:r>
              <a:rPr lang="ro-RO" sz="1800" i="0" dirty="0">
                <a:effectLst/>
                <a:latin typeface="Arial" panose="020B0604020202020204" pitchFamily="34" charset="0"/>
              </a:rPr>
              <a:t>– </a:t>
            </a:r>
            <a:r>
              <a:rPr lang="ru-RU" sz="1800" i="0" dirty="0">
                <a:effectLst/>
                <a:latin typeface="Arial" panose="020B0604020202020204" pitchFamily="34" charset="0"/>
              </a:rPr>
              <a:t>начале ХХ вв.</a:t>
            </a:r>
          </a:p>
          <a:p>
            <a:r>
              <a:rPr lang="ru-RU" sz="1800" dirty="0">
                <a:latin typeface="Arial" panose="020B0604020202020204" pitchFamily="34" charset="0"/>
              </a:rPr>
              <a:t>Конституционные проекты Александра </a:t>
            </a:r>
            <a:r>
              <a:rPr lang="en-US" sz="1800" dirty="0">
                <a:latin typeface="Arial" panose="020B0604020202020204" pitchFamily="34" charset="0"/>
              </a:rPr>
              <a:t>I</a:t>
            </a:r>
            <a:endParaRPr lang="ru-RU" sz="1800" dirty="0">
              <a:latin typeface="Arial" panose="020B0604020202020204" pitchFamily="34" charset="0"/>
            </a:endParaRPr>
          </a:p>
          <a:p>
            <a:r>
              <a:rPr lang="ru-RU" sz="1800" i="0" dirty="0">
                <a:effectLst/>
                <a:latin typeface="Arial" panose="020B0604020202020204" pitchFamily="34" charset="0"/>
              </a:rPr>
              <a:t>Арти</a:t>
            </a:r>
            <a:r>
              <a:rPr lang="ru-RU" sz="1800" dirty="0">
                <a:latin typeface="Arial" panose="020B0604020202020204" pitchFamily="34" charset="0"/>
              </a:rPr>
              <a:t>ллерийские обстрелы Ленинграда в годы Великой Отечественной войны</a:t>
            </a:r>
          </a:p>
          <a:p>
            <a:r>
              <a:rPr lang="ru-RU" sz="1800" dirty="0">
                <a:latin typeface="Arial" panose="020B0604020202020204" pitchFamily="34" charset="0"/>
              </a:rPr>
              <a:t>Ресторанное дело в Петербурге начала </a:t>
            </a:r>
            <a:r>
              <a:rPr lang="en-US" sz="1800" dirty="0">
                <a:latin typeface="Arial" panose="020B0604020202020204" pitchFamily="34" charset="0"/>
              </a:rPr>
              <a:t>XX </a:t>
            </a:r>
            <a:r>
              <a:rPr lang="ru-RU" sz="1800" dirty="0">
                <a:latin typeface="Arial" panose="020B0604020202020204" pitchFamily="34" charset="0"/>
              </a:rPr>
              <a:t>века (1901 – 1914 гг.): крупнейшие рестораны, известные повара, типичное меню</a:t>
            </a:r>
          </a:p>
        </p:txBody>
      </p:sp>
    </p:spTree>
    <p:extLst>
      <p:ext uri="{BB962C8B-B14F-4D97-AF65-F5344CB8AC3E}">
        <p14:creationId xmlns:p14="http://schemas.microsoft.com/office/powerpoint/2010/main" val="256472024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6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4000" b="1" dirty="0">
                <a:solidFill>
                  <a:srgbClr val="FF0000"/>
                </a:solidFill>
                <a:latin typeface="arial" panose="020B0604020202020204" pitchFamily="34" charset="0"/>
              </a:rPr>
              <a:t>Примеры неудачных тем проектов / НИР</a:t>
            </a:r>
            <a:endParaRPr lang="ru-RU" sz="4000" dirty="0">
              <a:solidFill>
                <a:srgbClr val="FF0000"/>
              </a:solidFill>
            </a:endParaRPr>
          </a:p>
        </p:txBody>
      </p:sp>
      <p:sp>
        <p:nvSpPr>
          <p:cNvPr id="8" name="Объект 7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1800" i="0" dirty="0">
                <a:effectLst/>
                <a:latin typeface="Arial" panose="020B0604020202020204" pitchFamily="34" charset="0"/>
              </a:rPr>
              <a:t>Социальные отношения Советского Союза</a:t>
            </a:r>
          </a:p>
          <a:p>
            <a:r>
              <a:rPr lang="ru-RU" sz="1800" dirty="0">
                <a:latin typeface="Arial" panose="020B0604020202020204" pitchFamily="34" charset="0"/>
              </a:rPr>
              <a:t>Эпоха Дворцовых переворотов</a:t>
            </a:r>
          </a:p>
          <a:p>
            <a:r>
              <a:rPr lang="ru-RU" sz="1800" i="0" dirty="0">
                <a:effectLst/>
                <a:latin typeface="Arial" panose="020B0604020202020204" pitchFamily="34" charset="0"/>
              </a:rPr>
              <a:t>Развитие театра в России</a:t>
            </a:r>
          </a:p>
          <a:p>
            <a:r>
              <a:rPr lang="ru-RU" sz="1800" dirty="0">
                <a:latin typeface="Arial" panose="020B0604020202020204" pitchFamily="34" charset="0"/>
              </a:rPr>
              <a:t>Экономика России в </a:t>
            </a:r>
            <a:r>
              <a:rPr lang="en-US" sz="1800" dirty="0">
                <a:latin typeface="Arial" panose="020B0604020202020204" pitchFamily="34" charset="0"/>
              </a:rPr>
              <a:t>XVI</a:t>
            </a:r>
            <a:r>
              <a:rPr lang="ru-RU" sz="1800" dirty="0">
                <a:latin typeface="Arial" panose="020B0604020202020204" pitchFamily="34" charset="0"/>
              </a:rPr>
              <a:t> </a:t>
            </a:r>
            <a:r>
              <a:rPr lang="en-US" sz="1800" dirty="0">
                <a:latin typeface="Arial" panose="020B0604020202020204" pitchFamily="34" charset="0"/>
              </a:rPr>
              <a:t>–</a:t>
            </a:r>
            <a:r>
              <a:rPr lang="ru-RU" sz="1800" dirty="0">
                <a:latin typeface="Arial" panose="020B0604020202020204" pitchFamily="34" charset="0"/>
              </a:rPr>
              <a:t> </a:t>
            </a:r>
            <a:r>
              <a:rPr lang="en-US" sz="1800" dirty="0">
                <a:latin typeface="Arial" panose="020B0604020202020204" pitchFamily="34" charset="0"/>
              </a:rPr>
              <a:t>XX </a:t>
            </a:r>
            <a:r>
              <a:rPr lang="ru-RU" sz="1800" dirty="0">
                <a:latin typeface="Arial" panose="020B0604020202020204" pitchFamily="34" charset="0"/>
              </a:rPr>
              <a:t>вв.</a:t>
            </a:r>
          </a:p>
          <a:p>
            <a:r>
              <a:rPr lang="ru-RU" sz="1800" i="0" dirty="0">
                <a:effectLst/>
                <a:latin typeface="Arial" panose="020B0604020202020204" pitchFamily="34" charset="0"/>
              </a:rPr>
              <a:t>Российские ученые</a:t>
            </a:r>
          </a:p>
          <a:p>
            <a:r>
              <a:rPr lang="ru-RU" sz="1800" dirty="0">
                <a:latin typeface="Arial" panose="020B0604020202020204" pitchFamily="34" charset="0"/>
              </a:rPr>
              <a:t>И</a:t>
            </a:r>
            <a:r>
              <a:rPr lang="ru-RU" sz="1800" i="0" dirty="0">
                <a:effectLst/>
                <a:latin typeface="Arial" panose="020B0604020202020204" pitchFamily="34" charset="0"/>
              </a:rPr>
              <a:t>нтерактивная карта по историческим местам Санкт-Петербурга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3016933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8A0D9C5-C7BE-F120-B31D-228E816A15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65701"/>
            <a:ext cx="10515600" cy="2852737"/>
          </a:xfrm>
          <a:noFill/>
          <a:ln>
            <a:noFill/>
          </a:ln>
        </p:spPr>
        <p:txBody>
          <a:bodyPr>
            <a:normAutofit/>
          </a:bodyPr>
          <a:lstStyle/>
          <a:p>
            <a:r>
              <a:rPr lang="en-US" sz="4800" b="1" dirty="0">
                <a:solidFill>
                  <a:schemeClr val="accent2"/>
                </a:solidFill>
                <a:latin typeface="arial" panose="020B0604020202020204" pitchFamily="34" charset="0"/>
              </a:rPr>
              <a:t>V</a:t>
            </a:r>
            <a:r>
              <a:rPr lang="ru-RU" sz="4800" b="1" dirty="0">
                <a:solidFill>
                  <a:schemeClr val="accent2"/>
                </a:solidFill>
                <a:latin typeface="arial" panose="020B0604020202020204" pitchFamily="34" charset="0"/>
              </a:rPr>
              <a:t>. </a:t>
            </a:r>
            <a:r>
              <a:rPr lang="en-US" sz="4800" b="1" dirty="0">
                <a:solidFill>
                  <a:schemeClr val="accent2"/>
                </a:solidFill>
                <a:latin typeface="arial" panose="020B0604020202020204" pitchFamily="34" charset="0"/>
              </a:rPr>
              <a:t> </a:t>
            </a:r>
            <a:r>
              <a:rPr lang="ru-RU" sz="4800" b="1" dirty="0">
                <a:solidFill>
                  <a:schemeClr val="accent2"/>
                </a:solidFill>
                <a:latin typeface="arial" panose="020B0604020202020204" pitchFamily="34" charset="0"/>
              </a:rPr>
              <a:t>Отправка работ (предварительный этап)</a:t>
            </a:r>
            <a:endParaRPr lang="ru-RU" sz="4800" b="1" i="1" dirty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892058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6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>
                <a:solidFill>
                  <a:schemeClr val="accent2"/>
                </a:solidFill>
                <a:latin typeface="arial" panose="020B0604020202020204" pitchFamily="34" charset="0"/>
              </a:rPr>
              <a:t>Ссылка на форму для отправки работ по предварительному этапу подготовки проекта или НИР</a:t>
            </a:r>
            <a:endParaRPr lang="ru-RU" dirty="0">
              <a:solidFill>
                <a:schemeClr val="accent2"/>
              </a:solidFill>
            </a:endParaRPr>
          </a:p>
        </p:txBody>
      </p:sp>
      <p:sp>
        <p:nvSpPr>
          <p:cNvPr id="8" name="Объект 7"/>
          <p:cNvSpPr>
            <a:spLocks noGrp="1"/>
          </p:cNvSpPr>
          <p:nvPr>
            <p:ph idx="1"/>
          </p:nvPr>
        </p:nvSpPr>
        <p:spPr>
          <a:xfrm>
            <a:off x="838200" y="2141537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o-RO" dirty="0">
                <a:hlinkClick r:id="rId2"/>
              </a:rPr>
              <a:t>https://forms.gle/GiN4DB38eUG6piKE9</a:t>
            </a: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/>
              <a:t>Дедлайн: 23 декабря (включительно)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/>
              <a:t>За качественное выполнение этой работы вы получите 4 балла, которые пойдут в счет задания в последнюю субботу курса</a:t>
            </a:r>
          </a:p>
        </p:txBody>
      </p:sp>
    </p:spTree>
    <p:extLst>
      <p:ext uri="{BB962C8B-B14F-4D97-AF65-F5344CB8AC3E}">
        <p14:creationId xmlns:p14="http://schemas.microsoft.com/office/powerpoint/2010/main" val="1844522268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13505</TotalTime>
  <Words>1742</Words>
  <Application>Microsoft Macintosh PowerPoint</Application>
  <PresentationFormat>Широкоэкранный</PresentationFormat>
  <Paragraphs>205</Paragraphs>
  <Slides>35</Slides>
  <Notes>5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35</vt:i4>
      </vt:variant>
    </vt:vector>
  </HeadingPairs>
  <TitlesOfParts>
    <vt:vector size="43" baseType="lpstr">
      <vt:lpstr>system-ui</vt:lpstr>
      <vt:lpstr>Arial</vt:lpstr>
      <vt:lpstr>Arial</vt:lpstr>
      <vt:lpstr>Calibri</vt:lpstr>
      <vt:lpstr>Calibri Light</vt:lpstr>
      <vt:lpstr>Helvetica</vt:lpstr>
      <vt:lpstr>Wingdings</vt:lpstr>
      <vt:lpstr>Тема Office</vt:lpstr>
      <vt:lpstr>Социальная история проекты / НИР</vt:lpstr>
      <vt:lpstr>I. Общая информация.  Виды заданий</vt:lpstr>
      <vt:lpstr>Проекты</vt:lpstr>
      <vt:lpstr>Презентация PowerPoint</vt:lpstr>
      <vt:lpstr>1. Коллективные проекты</vt:lpstr>
      <vt:lpstr>Коллективные проекты</vt:lpstr>
      <vt:lpstr>2. Проекты в мини-группах</vt:lpstr>
      <vt:lpstr>Проекты в мини-группах</vt:lpstr>
      <vt:lpstr>Этапы выполнения работы над индивидуальным проектом и проектом в мини-группах</vt:lpstr>
      <vt:lpstr>3. Индивидуальные проекты</vt:lpstr>
      <vt:lpstr>Индивидуальные проекты</vt:lpstr>
      <vt:lpstr>Этапы выполнения работы над индивидуальным проектом и проектом в мини-группах</vt:lpstr>
      <vt:lpstr>4*. Видео-экскурсия</vt:lpstr>
      <vt:lpstr>Видео-экскурсия</vt:lpstr>
      <vt:lpstr>       Видео-экскурсия</vt:lpstr>
      <vt:lpstr>Требования к заданию</vt:lpstr>
      <vt:lpstr>Требования к заданию</vt:lpstr>
      <vt:lpstr>Этапы выполнения видео-экскурсии</vt:lpstr>
      <vt:lpstr>Советы по съемке от студентов прошлого года</vt:lpstr>
      <vt:lpstr>НИР</vt:lpstr>
      <vt:lpstr>Научно-исследовательская работа</vt:lpstr>
      <vt:lpstr>Этапы выполнения НИР</vt:lpstr>
      <vt:lpstr>Требования к работе и оформлению</vt:lpstr>
      <vt:lpstr>II. Этапы работы и дедлайны</vt:lpstr>
      <vt:lpstr>Дорожная карта</vt:lpstr>
      <vt:lpstr>III.  Советы</vt:lpstr>
      <vt:lpstr>При написании текстов</vt:lpstr>
      <vt:lpstr>Если тема не дается – не бойтесь обращаться  за советом к преподавателю</vt:lpstr>
      <vt:lpstr>IV. Организация работы Постановка целей и задач по SMART</vt:lpstr>
      <vt:lpstr>Презентация PowerPoint</vt:lpstr>
      <vt:lpstr>Презентация PowerPoint</vt:lpstr>
      <vt:lpstr>Примеры удачных тем проектов / НИР</vt:lpstr>
      <vt:lpstr>Примеры неудачных тем проектов / НИР</vt:lpstr>
      <vt:lpstr>V.  Отправка работ (предварительный этап)</vt:lpstr>
      <vt:lpstr>Ссылка на форму для отправки работ по предварительному этапу подготовки проекта или НИР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Мунжукова С.И.</dc:creator>
  <cp:lastModifiedBy>Юлия Кудина</cp:lastModifiedBy>
  <cp:revision>189</cp:revision>
  <dcterms:created xsi:type="dcterms:W3CDTF">2022-02-09T13:30:18Z</dcterms:created>
  <dcterms:modified xsi:type="dcterms:W3CDTF">2025-12-13T13:52:11Z</dcterms:modified>
</cp:coreProperties>
</file>